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9" r:id="rId4"/>
    <p:sldId id="260" r:id="rId5"/>
    <p:sldId id="261" r:id="rId6"/>
    <p:sldId id="262" r:id="rId7"/>
    <p:sldId id="263" r:id="rId8"/>
    <p:sldId id="264" r:id="rId9"/>
    <p:sldId id="265" r:id="rId10"/>
    <p:sldId id="266" r:id="rId11"/>
    <p:sldId id="267" r:id="rId12"/>
    <p:sldId id="272" r:id="rId13"/>
    <p:sldId id="268" r:id="rId14"/>
    <p:sldId id="269" r:id="rId15"/>
    <p:sldId id="270" r:id="rId16"/>
    <p:sldId id="273" r:id="rId17"/>
    <p:sldId id="271"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autoAdjust="0"/>
    <p:restoredTop sz="94622" autoAdjust="0"/>
  </p:normalViewPr>
  <p:slideViewPr>
    <p:cSldViewPr>
      <p:cViewPr varScale="1">
        <p:scale>
          <a:sx n="74" d="100"/>
          <a:sy n="74" d="100"/>
        </p:scale>
        <p:origin x="-1044" y="-9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D930AC-6FC0-48FE-9B0C-B74AE71ABAA9}"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US"/>
        </a:p>
      </dgm:t>
    </dgm:pt>
    <dgm:pt modelId="{6AC08A73-66EB-49CC-9F0C-E92385A57FCF}">
      <dgm:prSet custT="1"/>
      <dgm:spPr/>
      <dgm:t>
        <a:bodyPr/>
        <a:lstStyle/>
        <a:p>
          <a:pPr rtl="0"/>
          <a:r>
            <a:rPr lang="ar-SY" sz="3600" dirty="0" smtClean="0"/>
            <a:t>اسم المشروع</a:t>
          </a:r>
          <a:r>
            <a:rPr lang="ar-SY" sz="4200" dirty="0" smtClean="0"/>
            <a:t> </a:t>
          </a:r>
          <a:endParaRPr lang="en-US" sz="4200" dirty="0"/>
        </a:p>
      </dgm:t>
    </dgm:pt>
    <dgm:pt modelId="{80438822-CB7B-467C-BEEF-0F075BC84939}" type="parTrans" cxnId="{F41245B6-132F-4215-B98D-272E208A6927}">
      <dgm:prSet/>
      <dgm:spPr/>
      <dgm:t>
        <a:bodyPr/>
        <a:lstStyle/>
        <a:p>
          <a:endParaRPr lang="en-US"/>
        </a:p>
      </dgm:t>
    </dgm:pt>
    <dgm:pt modelId="{54F85F93-FDF3-4C40-99B7-BDE7F3BA48BE}" type="sibTrans" cxnId="{F41245B6-132F-4215-B98D-272E208A6927}">
      <dgm:prSet/>
      <dgm:spPr/>
      <dgm:t>
        <a:bodyPr/>
        <a:lstStyle/>
        <a:p>
          <a:endParaRPr lang="en-US"/>
        </a:p>
      </dgm:t>
    </dgm:pt>
    <dgm:pt modelId="{F242EDF6-F691-40A5-B2D3-78D3CD34DB08}">
      <dgm:prSet custT="1"/>
      <dgm:spPr/>
      <dgm:t>
        <a:bodyPr/>
        <a:lstStyle/>
        <a:p>
          <a:pPr rtl="0"/>
          <a:r>
            <a:rPr lang="ar-SY" sz="3600" dirty="0" smtClean="0"/>
            <a:t>تحسين</a:t>
          </a:r>
          <a:r>
            <a:rPr lang="ar-SY" sz="4200" dirty="0" smtClean="0"/>
            <a:t> </a:t>
          </a:r>
          <a:r>
            <a:rPr lang="ar-SY" sz="3600" dirty="0" smtClean="0"/>
            <a:t>إمداد</a:t>
          </a:r>
          <a:r>
            <a:rPr lang="ar-SY" sz="4200" dirty="0" smtClean="0"/>
            <a:t> المياه إلى المشفى الوطني بالقامشلي</a:t>
          </a:r>
          <a:endParaRPr lang="en-US" sz="4200" dirty="0"/>
        </a:p>
      </dgm:t>
    </dgm:pt>
    <dgm:pt modelId="{6165CBC4-9326-4E31-BB67-F46B31EE2B69}" type="parTrans" cxnId="{3AA8C47A-A7A9-4536-BD77-690D6B4B0C02}">
      <dgm:prSet/>
      <dgm:spPr/>
      <dgm:t>
        <a:bodyPr/>
        <a:lstStyle/>
        <a:p>
          <a:endParaRPr lang="en-US"/>
        </a:p>
      </dgm:t>
    </dgm:pt>
    <dgm:pt modelId="{080EF067-301B-491A-B230-C492DBDD4AD0}" type="sibTrans" cxnId="{3AA8C47A-A7A9-4536-BD77-690D6B4B0C02}">
      <dgm:prSet/>
      <dgm:spPr/>
      <dgm:t>
        <a:bodyPr/>
        <a:lstStyle/>
        <a:p>
          <a:endParaRPr lang="en-US"/>
        </a:p>
      </dgm:t>
    </dgm:pt>
    <dgm:pt modelId="{A7FDE579-21B9-4702-8488-088B30F5EEDB}">
      <dgm:prSet custT="1"/>
      <dgm:spPr/>
      <dgm:t>
        <a:bodyPr/>
        <a:lstStyle/>
        <a:p>
          <a:pPr rtl="0"/>
          <a:r>
            <a:rPr lang="ar-SY" sz="3600" dirty="0" smtClean="0"/>
            <a:t>في محافظة الحسكة</a:t>
          </a:r>
          <a:endParaRPr lang="en-US" sz="3600" dirty="0"/>
        </a:p>
      </dgm:t>
    </dgm:pt>
    <dgm:pt modelId="{476653FF-B1BA-45E8-8662-A129DC16ED3B}" type="parTrans" cxnId="{D2723356-9883-4F84-9535-602460F8D796}">
      <dgm:prSet/>
      <dgm:spPr/>
      <dgm:t>
        <a:bodyPr/>
        <a:lstStyle/>
        <a:p>
          <a:endParaRPr lang="en-US"/>
        </a:p>
      </dgm:t>
    </dgm:pt>
    <dgm:pt modelId="{B6C510BB-EB0C-4B50-A9E4-EFE8FCC67055}" type="sibTrans" cxnId="{D2723356-9883-4F84-9535-602460F8D796}">
      <dgm:prSet/>
      <dgm:spPr/>
      <dgm:t>
        <a:bodyPr/>
        <a:lstStyle/>
        <a:p>
          <a:endParaRPr lang="en-US"/>
        </a:p>
      </dgm:t>
    </dgm:pt>
    <dgm:pt modelId="{4148016B-9269-4FED-974B-FAFF4F729C5E}" type="pres">
      <dgm:prSet presAssocID="{69D930AC-6FC0-48FE-9B0C-B74AE71ABAA9}" presName="Name0" presStyleCnt="0">
        <dgm:presLayoutVars>
          <dgm:chMax val="7"/>
          <dgm:dir/>
          <dgm:animLvl val="lvl"/>
          <dgm:resizeHandles val="exact"/>
        </dgm:presLayoutVars>
      </dgm:prSet>
      <dgm:spPr/>
      <dgm:t>
        <a:bodyPr/>
        <a:lstStyle/>
        <a:p>
          <a:endParaRPr lang="en-US"/>
        </a:p>
      </dgm:t>
    </dgm:pt>
    <dgm:pt modelId="{D59F9094-ACB0-4638-9DBD-50C324B437A6}" type="pres">
      <dgm:prSet presAssocID="{6AC08A73-66EB-49CC-9F0C-E92385A57FCF}" presName="circle1" presStyleLbl="node1" presStyleIdx="0" presStyleCnt="3"/>
      <dgm:spPr/>
    </dgm:pt>
    <dgm:pt modelId="{49A397DE-E6AD-4DC5-8C84-6C48A9183A73}" type="pres">
      <dgm:prSet presAssocID="{6AC08A73-66EB-49CC-9F0C-E92385A57FCF}" presName="space" presStyleCnt="0"/>
      <dgm:spPr/>
    </dgm:pt>
    <dgm:pt modelId="{83538B5D-8FFF-4AC2-90E2-E7FE73D5077E}" type="pres">
      <dgm:prSet presAssocID="{6AC08A73-66EB-49CC-9F0C-E92385A57FCF}" presName="rect1" presStyleLbl="alignAcc1" presStyleIdx="0" presStyleCnt="3"/>
      <dgm:spPr/>
      <dgm:t>
        <a:bodyPr/>
        <a:lstStyle/>
        <a:p>
          <a:endParaRPr lang="en-US"/>
        </a:p>
      </dgm:t>
    </dgm:pt>
    <dgm:pt modelId="{D7DA79B9-9717-4E75-8054-0E42CEB960F1}" type="pres">
      <dgm:prSet presAssocID="{F242EDF6-F691-40A5-B2D3-78D3CD34DB08}" presName="vertSpace2" presStyleLbl="node1" presStyleIdx="0" presStyleCnt="3"/>
      <dgm:spPr/>
    </dgm:pt>
    <dgm:pt modelId="{6FFDC2DC-9E5B-4F2F-A4A8-1A3C802C47A1}" type="pres">
      <dgm:prSet presAssocID="{F242EDF6-F691-40A5-B2D3-78D3CD34DB08}" presName="circle2" presStyleLbl="node1" presStyleIdx="1" presStyleCnt="3"/>
      <dgm:spPr/>
    </dgm:pt>
    <dgm:pt modelId="{CACF81FA-5F00-4065-98A2-0A295B6E1E1C}" type="pres">
      <dgm:prSet presAssocID="{F242EDF6-F691-40A5-B2D3-78D3CD34DB08}" presName="rect2" presStyleLbl="alignAcc1" presStyleIdx="1" presStyleCnt="3"/>
      <dgm:spPr/>
      <dgm:t>
        <a:bodyPr/>
        <a:lstStyle/>
        <a:p>
          <a:endParaRPr lang="en-US"/>
        </a:p>
      </dgm:t>
    </dgm:pt>
    <dgm:pt modelId="{BE5B3334-03A2-4858-A2DD-285A0221B2DC}" type="pres">
      <dgm:prSet presAssocID="{A7FDE579-21B9-4702-8488-088B30F5EEDB}" presName="vertSpace3" presStyleLbl="node1" presStyleIdx="1" presStyleCnt="3"/>
      <dgm:spPr/>
    </dgm:pt>
    <dgm:pt modelId="{DBC7504B-7CAA-4A8A-9877-CD6BE778A7FB}" type="pres">
      <dgm:prSet presAssocID="{A7FDE579-21B9-4702-8488-088B30F5EEDB}" presName="circle3" presStyleLbl="node1" presStyleIdx="2" presStyleCnt="3"/>
      <dgm:spPr/>
    </dgm:pt>
    <dgm:pt modelId="{9BEE89A9-54BF-4F23-B311-5367A20ECDB3}" type="pres">
      <dgm:prSet presAssocID="{A7FDE579-21B9-4702-8488-088B30F5EEDB}" presName="rect3" presStyleLbl="alignAcc1" presStyleIdx="2" presStyleCnt="3"/>
      <dgm:spPr/>
      <dgm:t>
        <a:bodyPr/>
        <a:lstStyle/>
        <a:p>
          <a:endParaRPr lang="en-US"/>
        </a:p>
      </dgm:t>
    </dgm:pt>
    <dgm:pt modelId="{A78ADEB9-9DB9-4C73-806B-14146EE1B066}" type="pres">
      <dgm:prSet presAssocID="{6AC08A73-66EB-49CC-9F0C-E92385A57FCF}" presName="rect1ParTxNoCh" presStyleLbl="alignAcc1" presStyleIdx="2" presStyleCnt="3">
        <dgm:presLayoutVars>
          <dgm:chMax val="1"/>
          <dgm:bulletEnabled val="1"/>
        </dgm:presLayoutVars>
      </dgm:prSet>
      <dgm:spPr/>
      <dgm:t>
        <a:bodyPr/>
        <a:lstStyle/>
        <a:p>
          <a:endParaRPr lang="en-US"/>
        </a:p>
      </dgm:t>
    </dgm:pt>
    <dgm:pt modelId="{D43454ED-464F-450F-9B53-95F8F75CE294}" type="pres">
      <dgm:prSet presAssocID="{F242EDF6-F691-40A5-B2D3-78D3CD34DB08}" presName="rect2ParTxNoCh" presStyleLbl="alignAcc1" presStyleIdx="2" presStyleCnt="3">
        <dgm:presLayoutVars>
          <dgm:chMax val="1"/>
          <dgm:bulletEnabled val="1"/>
        </dgm:presLayoutVars>
      </dgm:prSet>
      <dgm:spPr/>
      <dgm:t>
        <a:bodyPr/>
        <a:lstStyle/>
        <a:p>
          <a:endParaRPr lang="en-US"/>
        </a:p>
      </dgm:t>
    </dgm:pt>
    <dgm:pt modelId="{3009685F-6530-4E90-AD5D-C594855854E6}" type="pres">
      <dgm:prSet presAssocID="{A7FDE579-21B9-4702-8488-088B30F5EEDB}" presName="rect3ParTxNoCh" presStyleLbl="alignAcc1" presStyleIdx="2" presStyleCnt="3">
        <dgm:presLayoutVars>
          <dgm:chMax val="1"/>
          <dgm:bulletEnabled val="1"/>
        </dgm:presLayoutVars>
      </dgm:prSet>
      <dgm:spPr/>
      <dgm:t>
        <a:bodyPr/>
        <a:lstStyle/>
        <a:p>
          <a:endParaRPr lang="en-US"/>
        </a:p>
      </dgm:t>
    </dgm:pt>
  </dgm:ptLst>
  <dgm:cxnLst>
    <dgm:cxn modelId="{40F6C203-7718-4318-B008-1DE16944B3CD}" type="presOf" srcId="{F242EDF6-F691-40A5-B2D3-78D3CD34DB08}" destId="{D43454ED-464F-450F-9B53-95F8F75CE294}" srcOrd="1" destOrd="0" presId="urn:microsoft.com/office/officeart/2005/8/layout/target3"/>
    <dgm:cxn modelId="{D2723356-9883-4F84-9535-602460F8D796}" srcId="{69D930AC-6FC0-48FE-9B0C-B74AE71ABAA9}" destId="{A7FDE579-21B9-4702-8488-088B30F5EEDB}" srcOrd="2" destOrd="0" parTransId="{476653FF-B1BA-45E8-8662-A129DC16ED3B}" sibTransId="{B6C510BB-EB0C-4B50-A9E4-EFE8FCC67055}"/>
    <dgm:cxn modelId="{C943958E-1F4E-4F52-873C-09F2B663F7E4}" type="presOf" srcId="{F242EDF6-F691-40A5-B2D3-78D3CD34DB08}" destId="{CACF81FA-5F00-4065-98A2-0A295B6E1E1C}" srcOrd="0" destOrd="0" presId="urn:microsoft.com/office/officeart/2005/8/layout/target3"/>
    <dgm:cxn modelId="{F41245B6-132F-4215-B98D-272E208A6927}" srcId="{69D930AC-6FC0-48FE-9B0C-B74AE71ABAA9}" destId="{6AC08A73-66EB-49CC-9F0C-E92385A57FCF}" srcOrd="0" destOrd="0" parTransId="{80438822-CB7B-467C-BEEF-0F075BC84939}" sibTransId="{54F85F93-FDF3-4C40-99B7-BDE7F3BA48BE}"/>
    <dgm:cxn modelId="{0BA4A7D3-ED3D-4EAD-9C7B-2CC69A324573}" type="presOf" srcId="{A7FDE579-21B9-4702-8488-088B30F5EEDB}" destId="{9BEE89A9-54BF-4F23-B311-5367A20ECDB3}" srcOrd="0" destOrd="0" presId="urn:microsoft.com/office/officeart/2005/8/layout/target3"/>
    <dgm:cxn modelId="{FC0808D4-7883-45E2-809D-F3A7546FDA2B}" type="presOf" srcId="{6AC08A73-66EB-49CC-9F0C-E92385A57FCF}" destId="{83538B5D-8FFF-4AC2-90E2-E7FE73D5077E}" srcOrd="0" destOrd="0" presId="urn:microsoft.com/office/officeart/2005/8/layout/target3"/>
    <dgm:cxn modelId="{3AA8C47A-A7A9-4536-BD77-690D6B4B0C02}" srcId="{69D930AC-6FC0-48FE-9B0C-B74AE71ABAA9}" destId="{F242EDF6-F691-40A5-B2D3-78D3CD34DB08}" srcOrd="1" destOrd="0" parTransId="{6165CBC4-9326-4E31-BB67-F46B31EE2B69}" sibTransId="{080EF067-301B-491A-B230-C492DBDD4AD0}"/>
    <dgm:cxn modelId="{29721269-F3FD-4A4D-9E6C-D521D4ACC6E6}" type="presOf" srcId="{A7FDE579-21B9-4702-8488-088B30F5EEDB}" destId="{3009685F-6530-4E90-AD5D-C594855854E6}" srcOrd="1" destOrd="0" presId="urn:microsoft.com/office/officeart/2005/8/layout/target3"/>
    <dgm:cxn modelId="{8BE724F2-054E-45F9-A1B6-624285A429B6}" type="presOf" srcId="{6AC08A73-66EB-49CC-9F0C-E92385A57FCF}" destId="{A78ADEB9-9DB9-4C73-806B-14146EE1B066}" srcOrd="1" destOrd="0" presId="urn:microsoft.com/office/officeart/2005/8/layout/target3"/>
    <dgm:cxn modelId="{9B98F21A-DCBF-4E82-9B03-77CB33E84AD1}" type="presOf" srcId="{69D930AC-6FC0-48FE-9B0C-B74AE71ABAA9}" destId="{4148016B-9269-4FED-974B-FAFF4F729C5E}" srcOrd="0" destOrd="0" presId="urn:microsoft.com/office/officeart/2005/8/layout/target3"/>
    <dgm:cxn modelId="{76FDADE9-3D6D-47D4-8411-D4707CF01CBD}" type="presParOf" srcId="{4148016B-9269-4FED-974B-FAFF4F729C5E}" destId="{D59F9094-ACB0-4638-9DBD-50C324B437A6}" srcOrd="0" destOrd="0" presId="urn:microsoft.com/office/officeart/2005/8/layout/target3"/>
    <dgm:cxn modelId="{A35BA94D-3856-47E3-8C08-E7D893B449AC}" type="presParOf" srcId="{4148016B-9269-4FED-974B-FAFF4F729C5E}" destId="{49A397DE-E6AD-4DC5-8C84-6C48A9183A73}" srcOrd="1" destOrd="0" presId="urn:microsoft.com/office/officeart/2005/8/layout/target3"/>
    <dgm:cxn modelId="{E81897C9-0D93-466E-8DB3-4BEE17B1B2F5}" type="presParOf" srcId="{4148016B-9269-4FED-974B-FAFF4F729C5E}" destId="{83538B5D-8FFF-4AC2-90E2-E7FE73D5077E}" srcOrd="2" destOrd="0" presId="urn:microsoft.com/office/officeart/2005/8/layout/target3"/>
    <dgm:cxn modelId="{0CB19DB3-1FC5-4B51-BB07-F51663FF9F4C}" type="presParOf" srcId="{4148016B-9269-4FED-974B-FAFF4F729C5E}" destId="{D7DA79B9-9717-4E75-8054-0E42CEB960F1}" srcOrd="3" destOrd="0" presId="urn:microsoft.com/office/officeart/2005/8/layout/target3"/>
    <dgm:cxn modelId="{E1F23001-1552-4DBC-B0DF-0D5C1DC9DC83}" type="presParOf" srcId="{4148016B-9269-4FED-974B-FAFF4F729C5E}" destId="{6FFDC2DC-9E5B-4F2F-A4A8-1A3C802C47A1}" srcOrd="4" destOrd="0" presId="urn:microsoft.com/office/officeart/2005/8/layout/target3"/>
    <dgm:cxn modelId="{7044DD69-ADE6-4814-8EA5-4E1BFA2E12D2}" type="presParOf" srcId="{4148016B-9269-4FED-974B-FAFF4F729C5E}" destId="{CACF81FA-5F00-4065-98A2-0A295B6E1E1C}" srcOrd="5" destOrd="0" presId="urn:microsoft.com/office/officeart/2005/8/layout/target3"/>
    <dgm:cxn modelId="{B7150633-A8EC-46FC-9468-92B37BB1C39A}" type="presParOf" srcId="{4148016B-9269-4FED-974B-FAFF4F729C5E}" destId="{BE5B3334-03A2-4858-A2DD-285A0221B2DC}" srcOrd="6" destOrd="0" presId="urn:microsoft.com/office/officeart/2005/8/layout/target3"/>
    <dgm:cxn modelId="{55F4706E-862B-4ABA-ADAF-A68FA4E224E5}" type="presParOf" srcId="{4148016B-9269-4FED-974B-FAFF4F729C5E}" destId="{DBC7504B-7CAA-4A8A-9877-CD6BE778A7FB}" srcOrd="7" destOrd="0" presId="urn:microsoft.com/office/officeart/2005/8/layout/target3"/>
    <dgm:cxn modelId="{BD9ACB56-CC7B-4FAD-94CB-CCAC3B7F289A}" type="presParOf" srcId="{4148016B-9269-4FED-974B-FAFF4F729C5E}" destId="{9BEE89A9-54BF-4F23-B311-5367A20ECDB3}" srcOrd="8" destOrd="0" presId="urn:microsoft.com/office/officeart/2005/8/layout/target3"/>
    <dgm:cxn modelId="{6D995F04-E0D4-4C82-B1F4-7C29677F7B40}" type="presParOf" srcId="{4148016B-9269-4FED-974B-FAFF4F729C5E}" destId="{A78ADEB9-9DB9-4C73-806B-14146EE1B066}" srcOrd="9" destOrd="0" presId="urn:microsoft.com/office/officeart/2005/8/layout/target3"/>
    <dgm:cxn modelId="{A48FFD45-8FA8-4749-AAC9-12D911EE8B5B}" type="presParOf" srcId="{4148016B-9269-4FED-974B-FAFF4F729C5E}" destId="{D43454ED-464F-450F-9B53-95F8F75CE294}" srcOrd="10" destOrd="0" presId="urn:microsoft.com/office/officeart/2005/8/layout/target3"/>
    <dgm:cxn modelId="{554A381E-68E3-4DF1-A261-1729A6C400A2}" type="presParOf" srcId="{4148016B-9269-4FED-974B-FAFF4F729C5E}" destId="{3009685F-6530-4E90-AD5D-C594855854E6}" srcOrd="11" destOrd="0" presId="urn:microsoft.com/office/officeart/2005/8/layout/targe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EBCB32-C2F8-4F2A-B01F-7F01158E2BD3}" type="doc">
      <dgm:prSet loTypeId="urn:microsoft.com/office/officeart/2005/8/layout/hierarchy3" loCatId="hierarchy" qsTypeId="urn:microsoft.com/office/officeart/2005/8/quickstyle/simple1" qsCatId="simple" csTypeId="urn:microsoft.com/office/officeart/2005/8/colors/accent1_2" csCatId="accent1"/>
      <dgm:spPr/>
      <dgm:t>
        <a:bodyPr/>
        <a:lstStyle/>
        <a:p>
          <a:endParaRPr lang="en-US"/>
        </a:p>
      </dgm:t>
    </dgm:pt>
    <dgm:pt modelId="{94AA6096-472F-4EE5-B404-57DD6FB7B1AB}">
      <dgm:prSet/>
      <dgm:spPr/>
      <dgm:t>
        <a:bodyPr/>
        <a:lstStyle/>
        <a:p>
          <a:pPr rtl="1"/>
          <a:r>
            <a:rPr lang="ar-SY" b="1" smtClean="0"/>
            <a:t>أعمال حفر بئر لصالح مشروع تحسين امداد المياه للمشفى الوطني بالقامشلي </a:t>
          </a:r>
          <a:endParaRPr lang="en-US"/>
        </a:p>
      </dgm:t>
    </dgm:pt>
    <dgm:pt modelId="{86BB42D6-F459-408D-8CA1-0DC1D3D1DFD3}" type="parTrans" cxnId="{E479B131-D08C-44DF-A615-8476F238AC38}">
      <dgm:prSet/>
      <dgm:spPr/>
      <dgm:t>
        <a:bodyPr/>
        <a:lstStyle/>
        <a:p>
          <a:endParaRPr lang="en-US"/>
        </a:p>
      </dgm:t>
    </dgm:pt>
    <dgm:pt modelId="{DF0A23E3-D176-4BCA-A84A-581A7EAFDE2C}" type="sibTrans" cxnId="{E479B131-D08C-44DF-A615-8476F238AC38}">
      <dgm:prSet/>
      <dgm:spPr/>
      <dgm:t>
        <a:bodyPr/>
        <a:lstStyle/>
        <a:p>
          <a:endParaRPr lang="en-US"/>
        </a:p>
      </dgm:t>
    </dgm:pt>
    <dgm:pt modelId="{64A20004-5297-40AA-86DD-06F4F78DCC28}" type="pres">
      <dgm:prSet presAssocID="{F0EBCB32-C2F8-4F2A-B01F-7F01158E2BD3}" presName="diagram" presStyleCnt="0">
        <dgm:presLayoutVars>
          <dgm:chPref val="1"/>
          <dgm:dir/>
          <dgm:animOne val="branch"/>
          <dgm:animLvl val="lvl"/>
          <dgm:resizeHandles/>
        </dgm:presLayoutVars>
      </dgm:prSet>
      <dgm:spPr/>
      <dgm:t>
        <a:bodyPr/>
        <a:lstStyle/>
        <a:p>
          <a:endParaRPr lang="en-US"/>
        </a:p>
      </dgm:t>
    </dgm:pt>
    <dgm:pt modelId="{7E768F81-2AD4-4A62-80BE-1A5D30D2B551}" type="pres">
      <dgm:prSet presAssocID="{94AA6096-472F-4EE5-B404-57DD6FB7B1AB}" presName="root" presStyleCnt="0"/>
      <dgm:spPr/>
    </dgm:pt>
    <dgm:pt modelId="{68B78858-8C0C-44E1-A749-D81E40032A1A}" type="pres">
      <dgm:prSet presAssocID="{94AA6096-472F-4EE5-B404-57DD6FB7B1AB}" presName="rootComposite" presStyleCnt="0"/>
      <dgm:spPr/>
    </dgm:pt>
    <dgm:pt modelId="{C058A68C-7D90-4A97-9992-393D54AB9CFB}" type="pres">
      <dgm:prSet presAssocID="{94AA6096-472F-4EE5-B404-57DD6FB7B1AB}" presName="rootText" presStyleLbl="node1" presStyleIdx="0" presStyleCnt="1"/>
      <dgm:spPr/>
      <dgm:t>
        <a:bodyPr/>
        <a:lstStyle/>
        <a:p>
          <a:endParaRPr lang="en-US"/>
        </a:p>
      </dgm:t>
    </dgm:pt>
    <dgm:pt modelId="{E6959988-8D46-4558-90DD-19C891C383E3}" type="pres">
      <dgm:prSet presAssocID="{94AA6096-472F-4EE5-B404-57DD6FB7B1AB}" presName="rootConnector" presStyleLbl="node1" presStyleIdx="0" presStyleCnt="1"/>
      <dgm:spPr/>
      <dgm:t>
        <a:bodyPr/>
        <a:lstStyle/>
        <a:p>
          <a:endParaRPr lang="en-US"/>
        </a:p>
      </dgm:t>
    </dgm:pt>
    <dgm:pt modelId="{3C2287EA-17E5-4589-8F1E-D1F9CD0CFFAA}" type="pres">
      <dgm:prSet presAssocID="{94AA6096-472F-4EE5-B404-57DD6FB7B1AB}" presName="childShape" presStyleCnt="0"/>
      <dgm:spPr/>
    </dgm:pt>
  </dgm:ptLst>
  <dgm:cxnLst>
    <dgm:cxn modelId="{925D2198-D6FC-4159-B7AD-9A38FCA4E2E4}" type="presOf" srcId="{F0EBCB32-C2F8-4F2A-B01F-7F01158E2BD3}" destId="{64A20004-5297-40AA-86DD-06F4F78DCC28}" srcOrd="0" destOrd="0" presId="urn:microsoft.com/office/officeart/2005/8/layout/hierarchy3"/>
    <dgm:cxn modelId="{E479B131-D08C-44DF-A615-8476F238AC38}" srcId="{F0EBCB32-C2F8-4F2A-B01F-7F01158E2BD3}" destId="{94AA6096-472F-4EE5-B404-57DD6FB7B1AB}" srcOrd="0" destOrd="0" parTransId="{86BB42D6-F459-408D-8CA1-0DC1D3D1DFD3}" sibTransId="{DF0A23E3-D176-4BCA-A84A-581A7EAFDE2C}"/>
    <dgm:cxn modelId="{8BB65220-6D8E-41CF-919C-96C008C1A0F1}" type="presOf" srcId="{94AA6096-472F-4EE5-B404-57DD6FB7B1AB}" destId="{C058A68C-7D90-4A97-9992-393D54AB9CFB}" srcOrd="0" destOrd="0" presId="urn:microsoft.com/office/officeart/2005/8/layout/hierarchy3"/>
    <dgm:cxn modelId="{F4DD26CC-C079-4D25-9B70-B3B80C2273B3}" type="presOf" srcId="{94AA6096-472F-4EE5-B404-57DD6FB7B1AB}" destId="{E6959988-8D46-4558-90DD-19C891C383E3}" srcOrd="1" destOrd="0" presId="urn:microsoft.com/office/officeart/2005/8/layout/hierarchy3"/>
    <dgm:cxn modelId="{08C8F300-BDF1-4EBD-99A5-F8579F16D74E}" type="presParOf" srcId="{64A20004-5297-40AA-86DD-06F4F78DCC28}" destId="{7E768F81-2AD4-4A62-80BE-1A5D30D2B551}" srcOrd="0" destOrd="0" presId="urn:microsoft.com/office/officeart/2005/8/layout/hierarchy3"/>
    <dgm:cxn modelId="{EB4382F5-4BDF-4060-9EC0-B0525E5AFBB6}" type="presParOf" srcId="{7E768F81-2AD4-4A62-80BE-1A5D30D2B551}" destId="{68B78858-8C0C-44E1-A749-D81E40032A1A}" srcOrd="0" destOrd="0" presId="urn:microsoft.com/office/officeart/2005/8/layout/hierarchy3"/>
    <dgm:cxn modelId="{15AA6FD6-9C2F-4A68-AB27-7C179F7646AD}" type="presParOf" srcId="{68B78858-8C0C-44E1-A749-D81E40032A1A}" destId="{C058A68C-7D90-4A97-9992-393D54AB9CFB}" srcOrd="0" destOrd="0" presId="urn:microsoft.com/office/officeart/2005/8/layout/hierarchy3"/>
    <dgm:cxn modelId="{4D01611C-6BB1-454C-82B5-6276673700E3}" type="presParOf" srcId="{68B78858-8C0C-44E1-A749-D81E40032A1A}" destId="{E6959988-8D46-4558-90DD-19C891C383E3}" srcOrd="1" destOrd="0" presId="urn:microsoft.com/office/officeart/2005/8/layout/hierarchy3"/>
    <dgm:cxn modelId="{67B5779F-6730-4799-BD96-0D4F6A4303C5}" type="presParOf" srcId="{7E768F81-2AD4-4A62-80BE-1A5D30D2B551}" destId="{3C2287EA-17E5-4589-8F1E-D1F9CD0CFFAA}" srcOrd="1"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F9094-ACB0-4638-9DBD-50C324B437A6}">
      <dsp:nvSpPr>
        <dsp:cNvPr id="0" name=""/>
        <dsp:cNvSpPr/>
      </dsp:nvSpPr>
      <dsp:spPr>
        <a:xfrm>
          <a:off x="0" y="0"/>
          <a:ext cx="4968552" cy="4968552"/>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538B5D-8FFF-4AC2-90E2-E7FE73D5077E}">
      <dsp:nvSpPr>
        <dsp:cNvPr id="0" name=""/>
        <dsp:cNvSpPr/>
      </dsp:nvSpPr>
      <dsp:spPr>
        <a:xfrm>
          <a:off x="2484276" y="0"/>
          <a:ext cx="5796643" cy="4968552"/>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lvl="0" algn="ctr" defTabSz="1600200" rtl="0">
            <a:lnSpc>
              <a:spcPct val="90000"/>
            </a:lnSpc>
            <a:spcBef>
              <a:spcPct val="0"/>
            </a:spcBef>
            <a:spcAft>
              <a:spcPct val="35000"/>
            </a:spcAft>
          </a:pPr>
          <a:r>
            <a:rPr lang="ar-SY" sz="3600" kern="1200" dirty="0" smtClean="0"/>
            <a:t>اسم المشروع</a:t>
          </a:r>
          <a:r>
            <a:rPr lang="ar-SY" sz="4200" kern="1200" dirty="0" smtClean="0"/>
            <a:t> </a:t>
          </a:r>
          <a:endParaRPr lang="en-US" sz="4200" kern="1200" dirty="0"/>
        </a:p>
      </dsp:txBody>
      <dsp:txXfrm>
        <a:off x="2484276" y="0"/>
        <a:ext cx="5796643" cy="1490568"/>
      </dsp:txXfrm>
    </dsp:sp>
    <dsp:sp modelId="{6FFDC2DC-9E5B-4F2F-A4A8-1A3C802C47A1}">
      <dsp:nvSpPr>
        <dsp:cNvPr id="0" name=""/>
        <dsp:cNvSpPr/>
      </dsp:nvSpPr>
      <dsp:spPr>
        <a:xfrm>
          <a:off x="869498" y="1490568"/>
          <a:ext cx="3229555" cy="3229555"/>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CF81FA-5F00-4065-98A2-0A295B6E1E1C}">
      <dsp:nvSpPr>
        <dsp:cNvPr id="0" name=""/>
        <dsp:cNvSpPr/>
      </dsp:nvSpPr>
      <dsp:spPr>
        <a:xfrm>
          <a:off x="2484276" y="1490568"/>
          <a:ext cx="5796643" cy="322955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lvl="0" algn="ctr" defTabSz="1600200" rtl="0">
            <a:lnSpc>
              <a:spcPct val="90000"/>
            </a:lnSpc>
            <a:spcBef>
              <a:spcPct val="0"/>
            </a:spcBef>
            <a:spcAft>
              <a:spcPct val="35000"/>
            </a:spcAft>
          </a:pPr>
          <a:r>
            <a:rPr lang="ar-SY" sz="3600" kern="1200" dirty="0" smtClean="0"/>
            <a:t>تحسين</a:t>
          </a:r>
          <a:r>
            <a:rPr lang="ar-SY" sz="4200" kern="1200" dirty="0" smtClean="0"/>
            <a:t> </a:t>
          </a:r>
          <a:r>
            <a:rPr lang="ar-SY" sz="3600" kern="1200" dirty="0" smtClean="0"/>
            <a:t>إمداد</a:t>
          </a:r>
          <a:r>
            <a:rPr lang="ar-SY" sz="4200" kern="1200" dirty="0" smtClean="0"/>
            <a:t> المياه إلى المشفى الوطني بالقامشلي</a:t>
          </a:r>
          <a:endParaRPr lang="en-US" sz="4200" kern="1200" dirty="0"/>
        </a:p>
      </dsp:txBody>
      <dsp:txXfrm>
        <a:off x="2484276" y="1490568"/>
        <a:ext cx="5796643" cy="1490563"/>
      </dsp:txXfrm>
    </dsp:sp>
    <dsp:sp modelId="{DBC7504B-7CAA-4A8A-9877-CD6BE778A7FB}">
      <dsp:nvSpPr>
        <dsp:cNvPr id="0" name=""/>
        <dsp:cNvSpPr/>
      </dsp:nvSpPr>
      <dsp:spPr>
        <a:xfrm>
          <a:off x="1738993" y="2981132"/>
          <a:ext cx="1490564" cy="1490564"/>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EE89A9-54BF-4F23-B311-5367A20ECDB3}">
      <dsp:nvSpPr>
        <dsp:cNvPr id="0" name=""/>
        <dsp:cNvSpPr/>
      </dsp:nvSpPr>
      <dsp:spPr>
        <a:xfrm>
          <a:off x="2484276" y="2981132"/>
          <a:ext cx="5796643" cy="1490564"/>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lvl="0" algn="ctr" defTabSz="1600200" rtl="0">
            <a:lnSpc>
              <a:spcPct val="90000"/>
            </a:lnSpc>
            <a:spcBef>
              <a:spcPct val="0"/>
            </a:spcBef>
            <a:spcAft>
              <a:spcPct val="35000"/>
            </a:spcAft>
          </a:pPr>
          <a:r>
            <a:rPr lang="ar-SY" sz="3600" kern="1200" dirty="0" smtClean="0"/>
            <a:t>في محافظة الحسكة</a:t>
          </a:r>
          <a:endParaRPr lang="en-US" sz="3600" kern="1200" dirty="0"/>
        </a:p>
      </dsp:txBody>
      <dsp:txXfrm>
        <a:off x="2484276" y="2981132"/>
        <a:ext cx="5796643" cy="14905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58A68C-7D90-4A97-9992-393D54AB9CFB}">
      <dsp:nvSpPr>
        <dsp:cNvPr id="0" name=""/>
        <dsp:cNvSpPr/>
      </dsp:nvSpPr>
      <dsp:spPr>
        <a:xfrm>
          <a:off x="0" y="54005"/>
          <a:ext cx="5832648" cy="29163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3345" tIns="62230" rIns="93345" bIns="62230" numCol="1" spcCol="1270" anchor="ctr" anchorCtr="0">
          <a:noAutofit/>
        </a:bodyPr>
        <a:lstStyle/>
        <a:p>
          <a:pPr lvl="0" algn="ctr" defTabSz="2178050" rtl="1">
            <a:lnSpc>
              <a:spcPct val="90000"/>
            </a:lnSpc>
            <a:spcBef>
              <a:spcPct val="0"/>
            </a:spcBef>
            <a:spcAft>
              <a:spcPct val="35000"/>
            </a:spcAft>
          </a:pPr>
          <a:r>
            <a:rPr lang="ar-SY" sz="4900" b="1" kern="1200" smtClean="0"/>
            <a:t>أعمال حفر بئر لصالح مشروع تحسين امداد المياه للمشفى الوطني بالقامشلي </a:t>
          </a:r>
          <a:endParaRPr lang="en-US" sz="4900" kern="1200"/>
        </a:p>
      </dsp:txBody>
      <dsp:txXfrm>
        <a:off x="85416" y="139421"/>
        <a:ext cx="5661816" cy="2745492"/>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p:cNvSpPr>
            <a:spLocks noGrp="1"/>
          </p:cNvSpPr>
          <p:nvPr>
            <p:ph type="ctrTitle"/>
          </p:nvPr>
        </p:nvSpPr>
        <p:spPr>
          <a:xfrm>
            <a:off x="685800" y="2130425"/>
            <a:ext cx="7772400" cy="1470025"/>
          </a:xfrm>
        </p:spPr>
        <p:txBody>
          <a:bodyPr/>
          <a:lstStyle/>
          <a:p>
            <a:r>
              <a:rPr lang="ar-SA" smtClean="0"/>
              <a:t>انقر لتحرير نمط العنوان الرئيسي</a:t>
            </a:r>
            <a:endParaRPr lang="en-US"/>
          </a:p>
        </p:txBody>
      </p:sp>
      <p:sp>
        <p:nvSpPr>
          <p:cNvPr id="3" name="عنوان فرعي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ar-SA" smtClean="0"/>
              <a:t>انقر لتحرير نمط العنوان الثانوي الرئيسي</a:t>
            </a:r>
            <a:endParaRPr lang="en-US"/>
          </a:p>
        </p:txBody>
      </p:sp>
      <p:sp>
        <p:nvSpPr>
          <p:cNvPr id="4" name="عنصر نائب للتاريخ 3"/>
          <p:cNvSpPr>
            <a:spLocks noGrp="1"/>
          </p:cNvSpPr>
          <p:nvPr>
            <p:ph type="dt" sz="half" idx="10"/>
          </p:nvPr>
        </p:nvSpPr>
        <p:spPr/>
        <p:txBody>
          <a:bodyPr/>
          <a:lstStyle/>
          <a:p>
            <a:fld id="{67CE283A-9567-4B35-8077-CADF825D24BF}" type="datetimeFigureOut">
              <a:rPr lang="en-US" smtClean="0"/>
              <a:t>1/3/2018</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EC63E9D5-40B0-4666-BC21-3A51E4E1607E}" type="slidenum">
              <a:rPr lang="en-US" smtClean="0"/>
              <a:t>‹#›</a:t>
            </a:fld>
            <a:endParaRPr lang="en-US"/>
          </a:p>
        </p:txBody>
      </p:sp>
    </p:spTree>
    <p:extLst>
      <p:ext uri="{BB962C8B-B14F-4D97-AF65-F5344CB8AC3E}">
        <p14:creationId xmlns:p14="http://schemas.microsoft.com/office/powerpoint/2010/main" val="3207701233"/>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en-US"/>
          </a:p>
        </p:txBody>
      </p:sp>
      <p:sp>
        <p:nvSpPr>
          <p:cNvPr id="3" name="عنصر نائب للمحتوى 2"/>
          <p:cNvSpPr>
            <a:spLocks noGrp="1"/>
          </p:cNvSpPr>
          <p:nvPr>
            <p:ph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تاريخ 3"/>
          <p:cNvSpPr>
            <a:spLocks noGrp="1"/>
          </p:cNvSpPr>
          <p:nvPr>
            <p:ph type="dt" sz="half" idx="10"/>
          </p:nvPr>
        </p:nvSpPr>
        <p:spPr/>
        <p:txBody>
          <a:bodyPr/>
          <a:lstStyle/>
          <a:p>
            <a:fld id="{67CE283A-9567-4B35-8077-CADF825D24BF}" type="datetimeFigureOut">
              <a:rPr lang="en-US" smtClean="0"/>
              <a:t>1/3/2018</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EC63E9D5-40B0-4666-BC21-3A51E4E1607E}" type="slidenum">
              <a:rPr lang="en-US" smtClean="0"/>
              <a:t>‹#›</a:t>
            </a:fld>
            <a:endParaRPr lang="en-US"/>
          </a:p>
        </p:txBody>
      </p:sp>
    </p:spTree>
    <p:extLst>
      <p:ext uri="{BB962C8B-B14F-4D97-AF65-F5344CB8AC3E}">
        <p14:creationId xmlns:p14="http://schemas.microsoft.com/office/powerpoint/2010/main" val="3447877102"/>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p:cNvSpPr>
            <a:spLocks noGrp="1"/>
          </p:cNvSpPr>
          <p:nvPr>
            <p:ph type="title"/>
          </p:nvPr>
        </p:nvSpPr>
        <p:spPr>
          <a:xfrm>
            <a:off x="722313" y="4406900"/>
            <a:ext cx="7772400" cy="1362075"/>
          </a:xfrm>
        </p:spPr>
        <p:txBody>
          <a:bodyPr anchor="t"/>
          <a:lstStyle>
            <a:lvl1pPr algn="l">
              <a:defRPr sz="4000" b="1" cap="all"/>
            </a:lvl1pPr>
          </a:lstStyle>
          <a:p>
            <a:r>
              <a:rPr lang="ar-SA" smtClean="0"/>
              <a:t>انقر لتحرير نمط العنوان الرئيسي</a:t>
            </a:r>
            <a:endParaRPr lang="en-US"/>
          </a:p>
        </p:txBody>
      </p:sp>
      <p:sp>
        <p:nvSpPr>
          <p:cNvPr id="3" name="عنصر نائب للنص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smtClean="0"/>
              <a:t>انقر لتحرير أنماط النص الرئيسي</a:t>
            </a:r>
          </a:p>
        </p:txBody>
      </p:sp>
      <p:sp>
        <p:nvSpPr>
          <p:cNvPr id="4" name="عنصر نائب للتاريخ 3"/>
          <p:cNvSpPr>
            <a:spLocks noGrp="1"/>
          </p:cNvSpPr>
          <p:nvPr>
            <p:ph type="dt" sz="half" idx="10"/>
          </p:nvPr>
        </p:nvSpPr>
        <p:spPr/>
        <p:txBody>
          <a:bodyPr/>
          <a:lstStyle/>
          <a:p>
            <a:fld id="{67CE283A-9567-4B35-8077-CADF825D24BF}" type="datetimeFigureOut">
              <a:rPr lang="en-US" smtClean="0"/>
              <a:t>1/3/2018</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EC63E9D5-40B0-4666-BC21-3A51E4E1607E}" type="slidenum">
              <a:rPr lang="en-US" smtClean="0"/>
              <a:t>‹#›</a:t>
            </a:fld>
            <a:endParaRPr lang="en-US"/>
          </a:p>
        </p:txBody>
      </p:sp>
    </p:spTree>
    <p:extLst>
      <p:ext uri="{BB962C8B-B14F-4D97-AF65-F5344CB8AC3E}">
        <p14:creationId xmlns:p14="http://schemas.microsoft.com/office/powerpoint/2010/main" val="2439546494"/>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en-US"/>
          </a:p>
        </p:txBody>
      </p:sp>
      <p:sp>
        <p:nvSpPr>
          <p:cNvPr id="3" name="عنصر نائب للمحتوى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محتوى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5" name="عنصر نائب للتاريخ 4"/>
          <p:cNvSpPr>
            <a:spLocks noGrp="1"/>
          </p:cNvSpPr>
          <p:nvPr>
            <p:ph type="dt" sz="half" idx="10"/>
          </p:nvPr>
        </p:nvSpPr>
        <p:spPr/>
        <p:txBody>
          <a:bodyPr/>
          <a:lstStyle/>
          <a:p>
            <a:fld id="{67CE283A-9567-4B35-8077-CADF825D24BF}" type="datetimeFigureOut">
              <a:rPr lang="en-US" smtClean="0"/>
              <a:t>1/3/2018</a:t>
            </a:fld>
            <a:endParaRPr lang="en-US"/>
          </a:p>
        </p:txBody>
      </p:sp>
      <p:sp>
        <p:nvSpPr>
          <p:cNvPr id="6" name="عنصر نائب للتذييل 5"/>
          <p:cNvSpPr>
            <a:spLocks noGrp="1"/>
          </p:cNvSpPr>
          <p:nvPr>
            <p:ph type="ftr" sz="quarter" idx="11"/>
          </p:nvPr>
        </p:nvSpPr>
        <p:spPr/>
        <p:txBody>
          <a:bodyPr/>
          <a:lstStyle/>
          <a:p>
            <a:endParaRPr lang="en-US"/>
          </a:p>
        </p:txBody>
      </p:sp>
      <p:sp>
        <p:nvSpPr>
          <p:cNvPr id="7" name="عنصر نائب لرقم الشريحة 6"/>
          <p:cNvSpPr>
            <a:spLocks noGrp="1"/>
          </p:cNvSpPr>
          <p:nvPr>
            <p:ph type="sldNum" sz="quarter" idx="12"/>
          </p:nvPr>
        </p:nvSpPr>
        <p:spPr/>
        <p:txBody>
          <a:bodyPr/>
          <a:lstStyle/>
          <a:p>
            <a:fld id="{EC63E9D5-40B0-4666-BC21-3A51E4E1607E}" type="slidenum">
              <a:rPr lang="en-US" smtClean="0"/>
              <a:t>‹#›</a:t>
            </a:fld>
            <a:endParaRPr lang="en-US"/>
          </a:p>
        </p:txBody>
      </p:sp>
    </p:spTree>
    <p:extLst>
      <p:ext uri="{BB962C8B-B14F-4D97-AF65-F5344CB8AC3E}">
        <p14:creationId xmlns:p14="http://schemas.microsoft.com/office/powerpoint/2010/main" val="2895702372"/>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lvl1pPr>
              <a:defRPr/>
            </a:lvl1pPr>
          </a:lstStyle>
          <a:p>
            <a:r>
              <a:rPr lang="ar-SA" smtClean="0"/>
              <a:t>انقر لتحرير نمط العنوان الرئيسي</a:t>
            </a:r>
            <a:endParaRPr lang="en-US"/>
          </a:p>
        </p:txBody>
      </p:sp>
      <p:sp>
        <p:nvSpPr>
          <p:cNvPr id="3" name="عنصر نائب للنص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4" name="عنصر نائب للمحتوى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5" name="عنصر نائب للنص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6" name="عنصر نائب للمحتوى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7" name="عنصر نائب للتاريخ 6"/>
          <p:cNvSpPr>
            <a:spLocks noGrp="1"/>
          </p:cNvSpPr>
          <p:nvPr>
            <p:ph type="dt" sz="half" idx="10"/>
          </p:nvPr>
        </p:nvSpPr>
        <p:spPr/>
        <p:txBody>
          <a:bodyPr/>
          <a:lstStyle/>
          <a:p>
            <a:fld id="{67CE283A-9567-4B35-8077-CADF825D24BF}" type="datetimeFigureOut">
              <a:rPr lang="en-US" smtClean="0"/>
              <a:t>1/3/2018</a:t>
            </a:fld>
            <a:endParaRPr lang="en-US"/>
          </a:p>
        </p:txBody>
      </p:sp>
      <p:sp>
        <p:nvSpPr>
          <p:cNvPr id="8" name="عنصر نائب للتذييل 7"/>
          <p:cNvSpPr>
            <a:spLocks noGrp="1"/>
          </p:cNvSpPr>
          <p:nvPr>
            <p:ph type="ftr" sz="quarter" idx="11"/>
          </p:nvPr>
        </p:nvSpPr>
        <p:spPr/>
        <p:txBody>
          <a:bodyPr/>
          <a:lstStyle/>
          <a:p>
            <a:endParaRPr lang="en-US"/>
          </a:p>
        </p:txBody>
      </p:sp>
      <p:sp>
        <p:nvSpPr>
          <p:cNvPr id="9" name="عنصر نائب لرقم الشريحة 8"/>
          <p:cNvSpPr>
            <a:spLocks noGrp="1"/>
          </p:cNvSpPr>
          <p:nvPr>
            <p:ph type="sldNum" sz="quarter" idx="12"/>
          </p:nvPr>
        </p:nvSpPr>
        <p:spPr/>
        <p:txBody>
          <a:bodyPr/>
          <a:lstStyle/>
          <a:p>
            <a:fld id="{EC63E9D5-40B0-4666-BC21-3A51E4E1607E}" type="slidenum">
              <a:rPr lang="en-US" smtClean="0"/>
              <a:t>‹#›</a:t>
            </a:fld>
            <a:endParaRPr lang="en-US"/>
          </a:p>
        </p:txBody>
      </p:sp>
    </p:spTree>
    <p:extLst>
      <p:ext uri="{BB962C8B-B14F-4D97-AF65-F5344CB8AC3E}">
        <p14:creationId xmlns:p14="http://schemas.microsoft.com/office/powerpoint/2010/main" val="4143699346"/>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en-US"/>
          </a:p>
        </p:txBody>
      </p:sp>
      <p:sp>
        <p:nvSpPr>
          <p:cNvPr id="3" name="عنصر نائب للتاريخ 2"/>
          <p:cNvSpPr>
            <a:spLocks noGrp="1"/>
          </p:cNvSpPr>
          <p:nvPr>
            <p:ph type="dt" sz="half" idx="10"/>
          </p:nvPr>
        </p:nvSpPr>
        <p:spPr/>
        <p:txBody>
          <a:bodyPr/>
          <a:lstStyle/>
          <a:p>
            <a:fld id="{67CE283A-9567-4B35-8077-CADF825D24BF}" type="datetimeFigureOut">
              <a:rPr lang="en-US" smtClean="0"/>
              <a:t>1/3/2018</a:t>
            </a:fld>
            <a:endParaRPr lang="en-US"/>
          </a:p>
        </p:txBody>
      </p:sp>
      <p:sp>
        <p:nvSpPr>
          <p:cNvPr id="4" name="عنصر نائب للتذييل 3"/>
          <p:cNvSpPr>
            <a:spLocks noGrp="1"/>
          </p:cNvSpPr>
          <p:nvPr>
            <p:ph type="ftr" sz="quarter" idx="11"/>
          </p:nvPr>
        </p:nvSpPr>
        <p:spPr/>
        <p:txBody>
          <a:bodyPr/>
          <a:lstStyle/>
          <a:p>
            <a:endParaRPr lang="en-US"/>
          </a:p>
        </p:txBody>
      </p:sp>
      <p:sp>
        <p:nvSpPr>
          <p:cNvPr id="5" name="عنصر نائب لرقم الشريحة 4"/>
          <p:cNvSpPr>
            <a:spLocks noGrp="1"/>
          </p:cNvSpPr>
          <p:nvPr>
            <p:ph type="sldNum" sz="quarter" idx="12"/>
          </p:nvPr>
        </p:nvSpPr>
        <p:spPr/>
        <p:txBody>
          <a:bodyPr/>
          <a:lstStyle/>
          <a:p>
            <a:fld id="{EC63E9D5-40B0-4666-BC21-3A51E4E1607E}" type="slidenum">
              <a:rPr lang="en-US" smtClean="0"/>
              <a:t>‹#›</a:t>
            </a:fld>
            <a:endParaRPr lang="en-US"/>
          </a:p>
        </p:txBody>
      </p:sp>
    </p:spTree>
    <p:extLst>
      <p:ext uri="{BB962C8B-B14F-4D97-AF65-F5344CB8AC3E}">
        <p14:creationId xmlns:p14="http://schemas.microsoft.com/office/powerpoint/2010/main" val="2682322716"/>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p:cNvSpPr>
            <a:spLocks noGrp="1"/>
          </p:cNvSpPr>
          <p:nvPr>
            <p:ph type="dt" sz="half" idx="10"/>
          </p:nvPr>
        </p:nvSpPr>
        <p:spPr/>
        <p:txBody>
          <a:bodyPr/>
          <a:lstStyle/>
          <a:p>
            <a:fld id="{67CE283A-9567-4B35-8077-CADF825D24BF}" type="datetimeFigureOut">
              <a:rPr lang="en-US" smtClean="0"/>
              <a:t>1/3/2018</a:t>
            </a:fld>
            <a:endParaRPr lang="en-US"/>
          </a:p>
        </p:txBody>
      </p:sp>
      <p:sp>
        <p:nvSpPr>
          <p:cNvPr id="3" name="عنصر نائب للتذييل 2"/>
          <p:cNvSpPr>
            <a:spLocks noGrp="1"/>
          </p:cNvSpPr>
          <p:nvPr>
            <p:ph type="ftr" sz="quarter" idx="11"/>
          </p:nvPr>
        </p:nvSpPr>
        <p:spPr/>
        <p:txBody>
          <a:bodyPr/>
          <a:lstStyle/>
          <a:p>
            <a:endParaRPr lang="en-US"/>
          </a:p>
        </p:txBody>
      </p:sp>
      <p:sp>
        <p:nvSpPr>
          <p:cNvPr id="4" name="عنصر نائب لرقم الشريحة 3"/>
          <p:cNvSpPr>
            <a:spLocks noGrp="1"/>
          </p:cNvSpPr>
          <p:nvPr>
            <p:ph type="sldNum" sz="quarter" idx="12"/>
          </p:nvPr>
        </p:nvSpPr>
        <p:spPr/>
        <p:txBody>
          <a:bodyPr/>
          <a:lstStyle/>
          <a:p>
            <a:fld id="{EC63E9D5-40B0-4666-BC21-3A51E4E1607E}" type="slidenum">
              <a:rPr lang="en-US" smtClean="0"/>
              <a:t>‹#›</a:t>
            </a:fld>
            <a:endParaRPr lang="en-US"/>
          </a:p>
        </p:txBody>
      </p:sp>
    </p:spTree>
    <p:extLst>
      <p:ext uri="{BB962C8B-B14F-4D97-AF65-F5344CB8AC3E}">
        <p14:creationId xmlns:p14="http://schemas.microsoft.com/office/powerpoint/2010/main" val="2519984661"/>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273050"/>
            <a:ext cx="3008313" cy="1162050"/>
          </a:xfrm>
        </p:spPr>
        <p:txBody>
          <a:bodyPr anchor="b"/>
          <a:lstStyle>
            <a:lvl1pPr algn="l">
              <a:defRPr sz="2000" b="1"/>
            </a:lvl1pPr>
          </a:lstStyle>
          <a:p>
            <a:r>
              <a:rPr lang="ar-SA" smtClean="0"/>
              <a:t>انقر لتحرير نمط العنوان الرئيسي</a:t>
            </a:r>
            <a:endParaRPr lang="en-US"/>
          </a:p>
        </p:txBody>
      </p:sp>
      <p:sp>
        <p:nvSpPr>
          <p:cNvPr id="3" name="عنصر نائب للمحتوى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نص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عنصر نائب للتاريخ 4"/>
          <p:cNvSpPr>
            <a:spLocks noGrp="1"/>
          </p:cNvSpPr>
          <p:nvPr>
            <p:ph type="dt" sz="half" idx="10"/>
          </p:nvPr>
        </p:nvSpPr>
        <p:spPr/>
        <p:txBody>
          <a:bodyPr/>
          <a:lstStyle/>
          <a:p>
            <a:fld id="{67CE283A-9567-4B35-8077-CADF825D24BF}" type="datetimeFigureOut">
              <a:rPr lang="en-US" smtClean="0"/>
              <a:t>1/3/2018</a:t>
            </a:fld>
            <a:endParaRPr lang="en-US"/>
          </a:p>
        </p:txBody>
      </p:sp>
      <p:sp>
        <p:nvSpPr>
          <p:cNvPr id="6" name="عنصر نائب للتذييل 5"/>
          <p:cNvSpPr>
            <a:spLocks noGrp="1"/>
          </p:cNvSpPr>
          <p:nvPr>
            <p:ph type="ftr" sz="quarter" idx="11"/>
          </p:nvPr>
        </p:nvSpPr>
        <p:spPr/>
        <p:txBody>
          <a:bodyPr/>
          <a:lstStyle/>
          <a:p>
            <a:endParaRPr lang="en-US"/>
          </a:p>
        </p:txBody>
      </p:sp>
      <p:sp>
        <p:nvSpPr>
          <p:cNvPr id="7" name="عنصر نائب لرقم الشريحة 6"/>
          <p:cNvSpPr>
            <a:spLocks noGrp="1"/>
          </p:cNvSpPr>
          <p:nvPr>
            <p:ph type="sldNum" sz="quarter" idx="12"/>
          </p:nvPr>
        </p:nvSpPr>
        <p:spPr/>
        <p:txBody>
          <a:bodyPr/>
          <a:lstStyle/>
          <a:p>
            <a:fld id="{EC63E9D5-40B0-4666-BC21-3A51E4E1607E}" type="slidenum">
              <a:rPr lang="en-US" smtClean="0"/>
              <a:t>‹#›</a:t>
            </a:fld>
            <a:endParaRPr lang="en-US"/>
          </a:p>
        </p:txBody>
      </p:sp>
    </p:spTree>
    <p:extLst>
      <p:ext uri="{BB962C8B-B14F-4D97-AF65-F5344CB8AC3E}">
        <p14:creationId xmlns:p14="http://schemas.microsoft.com/office/powerpoint/2010/main" val="2653567665"/>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1792288" y="4800600"/>
            <a:ext cx="5486400" cy="566738"/>
          </a:xfrm>
        </p:spPr>
        <p:txBody>
          <a:bodyPr anchor="b"/>
          <a:lstStyle>
            <a:lvl1pPr algn="l">
              <a:defRPr sz="2000" b="1"/>
            </a:lvl1pPr>
          </a:lstStyle>
          <a:p>
            <a:r>
              <a:rPr lang="ar-SA" smtClean="0"/>
              <a:t>انقر لتحرير نمط العنوان الرئيسي</a:t>
            </a:r>
            <a:endParaRPr lang="en-US"/>
          </a:p>
        </p:txBody>
      </p:sp>
      <p:sp>
        <p:nvSpPr>
          <p:cNvPr id="3" name="عنصر نائب للصورة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عنصر نائب للنص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عنصر نائب للتاريخ 4"/>
          <p:cNvSpPr>
            <a:spLocks noGrp="1"/>
          </p:cNvSpPr>
          <p:nvPr>
            <p:ph type="dt" sz="half" idx="10"/>
          </p:nvPr>
        </p:nvSpPr>
        <p:spPr/>
        <p:txBody>
          <a:bodyPr/>
          <a:lstStyle/>
          <a:p>
            <a:fld id="{67CE283A-9567-4B35-8077-CADF825D24BF}" type="datetimeFigureOut">
              <a:rPr lang="en-US" smtClean="0"/>
              <a:t>1/3/2018</a:t>
            </a:fld>
            <a:endParaRPr lang="en-US"/>
          </a:p>
        </p:txBody>
      </p:sp>
      <p:sp>
        <p:nvSpPr>
          <p:cNvPr id="6" name="عنصر نائب للتذييل 5"/>
          <p:cNvSpPr>
            <a:spLocks noGrp="1"/>
          </p:cNvSpPr>
          <p:nvPr>
            <p:ph type="ftr" sz="quarter" idx="11"/>
          </p:nvPr>
        </p:nvSpPr>
        <p:spPr/>
        <p:txBody>
          <a:bodyPr/>
          <a:lstStyle/>
          <a:p>
            <a:endParaRPr lang="en-US"/>
          </a:p>
        </p:txBody>
      </p:sp>
      <p:sp>
        <p:nvSpPr>
          <p:cNvPr id="7" name="عنصر نائب لرقم الشريحة 6"/>
          <p:cNvSpPr>
            <a:spLocks noGrp="1"/>
          </p:cNvSpPr>
          <p:nvPr>
            <p:ph type="sldNum" sz="quarter" idx="12"/>
          </p:nvPr>
        </p:nvSpPr>
        <p:spPr/>
        <p:txBody>
          <a:bodyPr/>
          <a:lstStyle/>
          <a:p>
            <a:fld id="{EC63E9D5-40B0-4666-BC21-3A51E4E1607E}" type="slidenum">
              <a:rPr lang="en-US" smtClean="0"/>
              <a:t>‹#›</a:t>
            </a:fld>
            <a:endParaRPr lang="en-US"/>
          </a:p>
        </p:txBody>
      </p:sp>
    </p:spTree>
    <p:extLst>
      <p:ext uri="{BB962C8B-B14F-4D97-AF65-F5344CB8AC3E}">
        <p14:creationId xmlns:p14="http://schemas.microsoft.com/office/powerpoint/2010/main" val="2808969046"/>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en-US"/>
          </a:p>
        </p:txBody>
      </p:sp>
      <p:sp>
        <p:nvSpPr>
          <p:cNvPr id="3" name="عنصر نائب للعنوان العمودي 2"/>
          <p:cNvSpPr>
            <a:spLocks noGrp="1"/>
          </p:cNvSpPr>
          <p:nvPr>
            <p:ph type="body" orient="vert" idx="1"/>
          </p:nvPr>
        </p:nvSpPr>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تاريخ 3"/>
          <p:cNvSpPr>
            <a:spLocks noGrp="1"/>
          </p:cNvSpPr>
          <p:nvPr>
            <p:ph type="dt" sz="half" idx="10"/>
          </p:nvPr>
        </p:nvSpPr>
        <p:spPr/>
        <p:txBody>
          <a:bodyPr/>
          <a:lstStyle/>
          <a:p>
            <a:fld id="{67CE283A-9567-4B35-8077-CADF825D24BF}" type="datetimeFigureOut">
              <a:rPr lang="en-US" smtClean="0"/>
              <a:t>1/3/2018</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EC63E9D5-40B0-4666-BC21-3A51E4E1607E}" type="slidenum">
              <a:rPr lang="en-US" smtClean="0"/>
              <a:t>‹#›</a:t>
            </a:fld>
            <a:endParaRPr lang="en-US"/>
          </a:p>
        </p:txBody>
      </p:sp>
    </p:spTree>
    <p:extLst>
      <p:ext uri="{BB962C8B-B14F-4D97-AF65-F5344CB8AC3E}">
        <p14:creationId xmlns:p14="http://schemas.microsoft.com/office/powerpoint/2010/main" val="4071397693"/>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6629400" y="274638"/>
            <a:ext cx="2057400" cy="5851525"/>
          </a:xfrm>
        </p:spPr>
        <p:txBody>
          <a:bodyPr vert="eaVert"/>
          <a:lstStyle/>
          <a:p>
            <a:r>
              <a:rPr lang="ar-SA" smtClean="0"/>
              <a:t>انقر لتحرير نمط العنوان الرئيسي</a:t>
            </a:r>
            <a:endParaRPr lang="en-US"/>
          </a:p>
        </p:txBody>
      </p:sp>
      <p:sp>
        <p:nvSpPr>
          <p:cNvPr id="3" name="عنصر نائب للعنوان العمودي 2"/>
          <p:cNvSpPr>
            <a:spLocks noGrp="1"/>
          </p:cNvSpPr>
          <p:nvPr>
            <p:ph type="body" orient="vert" idx="1"/>
          </p:nvPr>
        </p:nvSpPr>
        <p:spPr>
          <a:xfrm>
            <a:off x="457200" y="274638"/>
            <a:ext cx="6019800" cy="5851525"/>
          </a:xfrm>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تاريخ 3"/>
          <p:cNvSpPr>
            <a:spLocks noGrp="1"/>
          </p:cNvSpPr>
          <p:nvPr>
            <p:ph type="dt" sz="half" idx="10"/>
          </p:nvPr>
        </p:nvSpPr>
        <p:spPr/>
        <p:txBody>
          <a:bodyPr/>
          <a:lstStyle/>
          <a:p>
            <a:fld id="{67CE283A-9567-4B35-8077-CADF825D24BF}" type="datetimeFigureOut">
              <a:rPr lang="en-US" smtClean="0"/>
              <a:t>1/3/2018</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EC63E9D5-40B0-4666-BC21-3A51E4E1607E}" type="slidenum">
              <a:rPr lang="en-US" smtClean="0"/>
              <a:t>‹#›</a:t>
            </a:fld>
            <a:endParaRPr lang="en-US"/>
          </a:p>
        </p:txBody>
      </p:sp>
    </p:spTree>
    <p:extLst>
      <p:ext uri="{BB962C8B-B14F-4D97-AF65-F5344CB8AC3E}">
        <p14:creationId xmlns:p14="http://schemas.microsoft.com/office/powerpoint/2010/main" val="1606055010"/>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غلاف ألبوم">
    <p:spTree>
      <p:nvGrpSpPr>
        <p:cNvPr id="1" name=""/>
        <p:cNvGrpSpPr/>
        <p:nvPr/>
      </p:nvGrpSpPr>
      <p:grpSpPr>
        <a:xfrm>
          <a:off x="0" y="0"/>
          <a:ext cx="0" cy="0"/>
          <a:chOff x="0" y="0"/>
          <a:chExt cx="0" cy="0"/>
        </a:xfrm>
      </p:grpSpPr>
      <p:sp>
        <p:nvSpPr>
          <p:cNvPr id="10" name="Rectangle 9"/>
          <p:cNvSpPr/>
          <p:nvPr userDrawn="1"/>
        </p:nvSpPr>
        <p:spPr>
          <a:xfrm>
            <a:off x="7162800" y="137160"/>
            <a:ext cx="228600" cy="5257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endParaRPr lang="ar-SA">
              <a:solidFill>
                <a:prstClr val="white"/>
              </a:solidFill>
            </a:endParaRPr>
          </a:p>
        </p:txBody>
      </p:sp>
      <p:sp>
        <p:nvSpPr>
          <p:cNvPr id="15" name="Rectangle 14"/>
          <p:cNvSpPr/>
          <p:nvPr userDrawn="1"/>
        </p:nvSpPr>
        <p:spPr>
          <a:xfrm>
            <a:off x="7467600" y="133350"/>
            <a:ext cx="1447800" cy="5257800"/>
          </a:xfrm>
          <a:prstGeom prst="rect">
            <a:avLst/>
          </a:prstGeom>
          <a:solidFill>
            <a:schemeClr val="accent3"/>
          </a:soli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1" anchor="ctr"/>
          <a:lstStyle>
            <a:extLst/>
          </a:lstStyle>
          <a:p>
            <a:pPr algn="ctr" rtl="1"/>
            <a:endParaRPr lang="ar-SA">
              <a:solidFill>
                <a:prstClr val="white"/>
              </a:solidFill>
            </a:endParaRPr>
          </a:p>
        </p:txBody>
      </p:sp>
      <p:sp>
        <p:nvSpPr>
          <p:cNvPr id="31" name="Text Placeholder 30"/>
          <p:cNvSpPr>
            <a:spLocks noGrp="1"/>
          </p:cNvSpPr>
          <p:nvPr>
            <p:ph type="body" sz="quarter" idx="10" hasCustomPrompt="1"/>
          </p:nvPr>
        </p:nvSpPr>
        <p:spPr>
          <a:xfrm>
            <a:off x="228600" y="5467350"/>
            <a:ext cx="8672946" cy="1238250"/>
          </a:xfrm>
          <a:solidFill>
            <a:schemeClr val="accent1"/>
          </a:solidFill>
        </p:spPr>
        <p:txBody>
          <a:bodyPr vert="horz" anchor="ctr">
            <a:noAutofit/>
          </a:bodyPr>
          <a:lstStyle>
            <a:lvl1pPr marL="0" indent="0" algn="r" eaLnBrk="1" latinLnBrk="0" hangingPunct="1">
              <a:buFontTx/>
              <a:buNone/>
              <a:defRPr kumimoji="0" lang="ar-SA" sz="4800" baseline="0">
                <a:solidFill>
                  <a:schemeClr val="bg1"/>
                </a:solidFill>
              </a:defRPr>
            </a:lvl1pPr>
            <a:extLst/>
          </a:lstStyle>
          <a:p>
            <a:pPr lvl="0" algn="r" rtl="1"/>
            <a:r>
              <a:rPr kumimoji="0" lang="ar-SA"/>
              <a:t>انقر لإضافة عنوان ألبوم الصور</a:t>
            </a:r>
          </a:p>
        </p:txBody>
      </p:sp>
      <p:sp>
        <p:nvSpPr>
          <p:cNvPr id="12" name="Picture Placeholder 11"/>
          <p:cNvSpPr>
            <a:spLocks noGrp="1"/>
          </p:cNvSpPr>
          <p:nvPr>
            <p:ph type="pic" sz="quarter" idx="11"/>
          </p:nvPr>
        </p:nvSpPr>
        <p:spPr>
          <a:xfrm>
            <a:off x="228600" y="152400"/>
            <a:ext cx="6858000" cy="5239512"/>
          </a:xfrm>
          <a:solidFill>
            <a:schemeClr val="bg1"/>
          </a:solidFill>
          <a:ln w="34925" cap="rnd" cmpd="sng" algn="ctr">
            <a:noFill/>
            <a:prstDash val="solid"/>
          </a:ln>
          <a:effectLst/>
        </p:spPr>
        <p:style>
          <a:lnRef idx="3">
            <a:schemeClr val="lt1"/>
          </a:lnRef>
          <a:fillRef idx="1">
            <a:schemeClr val="accent5"/>
          </a:fillRef>
          <a:effectRef idx="1">
            <a:schemeClr val="accent5"/>
          </a:effectRef>
          <a:fontRef idx="minor">
            <a:schemeClr val="lt1"/>
          </a:fontRef>
        </p:style>
        <p:txBody>
          <a:bodyPr vert="horz"/>
          <a:lstStyle>
            <a:lvl1pPr marL="0" indent="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1" name="Rectangle 10"/>
          <p:cNvSpPr>
            <a:spLocks noGrp="1"/>
          </p:cNvSpPr>
          <p:nvPr>
            <p:ph type="dt" sz="half" idx="12"/>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13" name="Rectangle 12"/>
          <p:cNvSpPr>
            <a:spLocks noGrp="1"/>
          </p:cNvSpPr>
          <p:nvPr>
            <p:ph type="sldNum" sz="quarter" idx="13"/>
          </p:nvPr>
        </p:nvSpPr>
        <p:spPr/>
        <p:txBody>
          <a:bodyPr/>
          <a:lstStyle>
            <a:extLst/>
          </a:lstStyle>
          <a:p>
            <a:fld id="{8A4431D5-1B33-458B-8AFD-CECCB0FA18CB}" type="slidenum">
              <a:rPr>
                <a:solidFill>
                  <a:prstClr val="white"/>
                </a:solidFill>
                <a:cs typeface="Arial"/>
              </a:rPr>
              <a:pPr/>
              <a:t>‹#›</a:t>
            </a:fld>
            <a:endParaRPr>
              <a:solidFill>
                <a:prstClr val="white"/>
              </a:solidFill>
              <a:cs typeface="Arial"/>
            </a:endParaRPr>
          </a:p>
        </p:txBody>
      </p:sp>
      <p:sp>
        <p:nvSpPr>
          <p:cNvPr id="14" name="Rectangle 13"/>
          <p:cNvSpPr>
            <a:spLocks noGrp="1"/>
          </p:cNvSpPr>
          <p:nvPr>
            <p:ph type="ftr" sz="quarter" idx="14"/>
          </p:nvPr>
        </p:nvSpPr>
        <p:spPr>
          <a:xfrm rot="16200000">
            <a:off x="7296150" y="3698878"/>
            <a:ext cx="2933700" cy="365125"/>
          </a:xfrm>
        </p:spPr>
        <p:txBody>
          <a:bodyPr/>
          <a:lstStyle>
            <a:extLst/>
          </a:lstStyle>
          <a:p>
            <a:pPr rtl="1"/>
            <a:endParaRPr>
              <a:solidFill>
                <a:prstClr val="white"/>
              </a:solidFill>
              <a:cs typeface="Arial"/>
            </a:endParaRPr>
          </a:p>
        </p:txBody>
      </p:sp>
      <p:sp>
        <p:nvSpPr>
          <p:cNvPr id="18" name="Rectangle 17"/>
          <p:cNvSpPr>
            <a:spLocks noGrp="1"/>
          </p:cNvSpPr>
          <p:nvPr>
            <p:ph type="body" sz="quarter" idx="15" hasCustomPrompt="1"/>
          </p:nvPr>
        </p:nvSpPr>
        <p:spPr>
          <a:xfrm rot="16200000">
            <a:off x="5372100" y="2247900"/>
            <a:ext cx="5181600" cy="990600"/>
          </a:xfrm>
        </p:spPr>
        <p:txBody>
          <a:bodyPr/>
          <a:lstStyle>
            <a:lvl1pPr marL="0" indent="0" algn="r" eaLnBrk="1" latinLnBrk="0" hangingPunct="1">
              <a:buNone/>
              <a:defRPr kumimoji="0" lang="ar-SA" sz="2000">
                <a:solidFill>
                  <a:srgbClr val="FFFFFF"/>
                </a:solidFill>
              </a:defRPr>
            </a:lvl1pPr>
          </a:lstStyle>
          <a:p>
            <a:pPr lvl="0" algn="r" rtl="1"/>
            <a:r>
              <a:rPr kumimoji="0" lang="ar-SA"/>
              <a:t>انقر لإضافة تاريخ أو تفاصيل</a:t>
            </a:r>
          </a:p>
        </p:txBody>
      </p:sp>
    </p:spTree>
    <p:extLst>
      <p:ext uri="{BB962C8B-B14F-4D97-AF65-F5344CB8AC3E}">
        <p14:creationId xmlns:p14="http://schemas.microsoft.com/office/powerpoint/2010/main" val="1649630238"/>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أفقي ذو تسمية توضيحية">
    <p:spTree>
      <p:nvGrpSpPr>
        <p:cNvPr id="1" name=""/>
        <p:cNvGrpSpPr/>
        <p:nvPr/>
      </p:nvGrpSpPr>
      <p:grpSpPr>
        <a:xfrm>
          <a:off x="0" y="0"/>
          <a:ext cx="0" cy="0"/>
          <a:chOff x="0" y="0"/>
          <a:chExt cx="0" cy="0"/>
        </a:xfrm>
      </p:grpSpPr>
      <p:sp>
        <p:nvSpPr>
          <p:cNvPr id="16" name="Picture Placeholder 15"/>
          <p:cNvSpPr>
            <a:spLocks noGrp="1" noChangeAspect="1"/>
          </p:cNvSpPr>
          <p:nvPr>
            <p:ph type="pic" sz="quarter" idx="10"/>
          </p:nvPr>
        </p:nvSpPr>
        <p:spPr>
          <a:xfrm>
            <a:off x="533400" y="218390"/>
            <a:ext cx="7467600" cy="5600700"/>
          </a:xfr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nchor="t"/>
          <a:lstStyle>
            <a:lvl1pPr marL="0" indent="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9" name="Text Placeholder 18"/>
          <p:cNvSpPr>
            <a:spLocks noGrp="1"/>
          </p:cNvSpPr>
          <p:nvPr>
            <p:ph type="body" sz="quarter" idx="11" hasCustomPrompt="1"/>
          </p:nvPr>
        </p:nvSpPr>
        <p:spPr>
          <a:xfrm>
            <a:off x="533400" y="5943600"/>
            <a:ext cx="7467600" cy="762000"/>
          </a:xfrm>
        </p:spPr>
        <p:txBody>
          <a:bodyPr anchor="t" anchorCtr="0"/>
          <a:lstStyle>
            <a:lvl1pPr marL="0" marR="0" indent="0" algn="r" eaLnBrk="1" latinLnBrk="0" hangingPunct="1">
              <a:buFontTx/>
              <a:buNone/>
              <a:defRPr kumimoji="0" lang="ar-SA" sz="2400" i="0" baseline="0"/>
            </a:lvl1pPr>
            <a:extLst/>
          </a:lstStyle>
          <a:p>
            <a:pPr lvl="0" algn="r" rtl="1"/>
            <a:r>
              <a:rPr kumimoji="0" lang="ar-SA"/>
              <a:t>انقر لإضافة تسمية توضيحية</a:t>
            </a:r>
          </a:p>
        </p:txBody>
      </p:sp>
      <p:sp>
        <p:nvSpPr>
          <p:cNvPr id="7" name="Rectangle 6"/>
          <p:cNvSpPr>
            <a:spLocks noGrp="1"/>
          </p:cNvSpPr>
          <p:nvPr>
            <p:ph type="dt" sz="half" idx="12"/>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8" name="Rectangle 7"/>
          <p:cNvSpPr>
            <a:spLocks noGrp="1"/>
          </p:cNvSpPr>
          <p:nvPr>
            <p:ph type="sldNum" sz="quarter" idx="13"/>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9" name="Rectangle 8"/>
          <p:cNvSpPr>
            <a:spLocks noGrp="1"/>
          </p:cNvSpPr>
          <p:nvPr>
            <p:ph type="ftr" sz="quarter" idx="14"/>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3160651181"/>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عمودي ذو تسمية توضيحية">
    <p:spTree>
      <p:nvGrpSpPr>
        <p:cNvPr id="1" name=""/>
        <p:cNvGrpSpPr/>
        <p:nvPr/>
      </p:nvGrpSpPr>
      <p:grpSpPr>
        <a:xfrm>
          <a:off x="0" y="0"/>
          <a:ext cx="0" cy="0"/>
          <a:chOff x="0" y="0"/>
          <a:chExt cx="0" cy="0"/>
        </a:xfrm>
      </p:grpSpPr>
      <p:sp>
        <p:nvSpPr>
          <p:cNvPr id="24" name="Picture Placeholder 23"/>
          <p:cNvSpPr>
            <a:spLocks noGrp="1"/>
          </p:cNvSpPr>
          <p:nvPr>
            <p:ph type="pic" sz="quarter" idx="10"/>
          </p:nvPr>
        </p:nvSpPr>
        <p:spPr>
          <a:xfrm>
            <a:off x="304800" y="228600"/>
            <a:ext cx="4754880" cy="6324600"/>
          </a:xfr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anchor="t"/>
          <a:lstStyle>
            <a:lvl1pPr marL="0" indent="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25" name="Text Placeholder 24"/>
          <p:cNvSpPr>
            <a:spLocks noGrp="1"/>
          </p:cNvSpPr>
          <p:nvPr>
            <p:ph type="body" sz="quarter" idx="11" hasCustomPrompt="1"/>
          </p:nvPr>
        </p:nvSpPr>
        <p:spPr>
          <a:xfrm>
            <a:off x="5105400" y="228600"/>
            <a:ext cx="3200400" cy="3810000"/>
          </a:xfrm>
        </p:spPr>
        <p:txBody>
          <a:bodyPr tIns="91440" bIns="91440" anchor="t"/>
          <a:lstStyle>
            <a:lvl1pPr marL="0" marR="0" indent="0" algn="r" eaLnBrk="1" latinLnBrk="0" hangingPunct="1">
              <a:buFontTx/>
              <a:buNone/>
              <a:defRPr kumimoji="0" lang="ar-SA" sz="2000" i="0"/>
            </a:lvl1pPr>
            <a:extLst/>
          </a:lstStyle>
          <a:p>
            <a:pPr lvl="0" algn="r" rtl="1"/>
            <a:r>
              <a:rPr kumimoji="0" lang="ar-SA"/>
              <a:t>انقر لإضافة تسمية توضيحية</a:t>
            </a:r>
          </a:p>
        </p:txBody>
      </p:sp>
      <p:sp>
        <p:nvSpPr>
          <p:cNvPr id="7" name="Rectangle 6"/>
          <p:cNvSpPr>
            <a:spLocks noGrp="1"/>
          </p:cNvSpPr>
          <p:nvPr>
            <p:ph type="dt" sz="half" idx="12"/>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8" name="Rectangle 7"/>
          <p:cNvSpPr>
            <a:spLocks noGrp="1"/>
          </p:cNvSpPr>
          <p:nvPr>
            <p:ph type="sldNum" sz="quarter" idx="13"/>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9" name="Rectangle 8"/>
          <p:cNvSpPr>
            <a:spLocks noGrp="1"/>
          </p:cNvSpPr>
          <p:nvPr>
            <p:ph type="ftr" sz="quarter" idx="14"/>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1368540138"/>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أفقي ملء الشاشة">
    <p:spTree>
      <p:nvGrpSpPr>
        <p:cNvPr id="1" name=""/>
        <p:cNvGrpSpPr/>
        <p:nvPr/>
      </p:nvGrpSpPr>
      <p:grpSpPr>
        <a:xfrm>
          <a:off x="0" y="0"/>
          <a:ext cx="0" cy="0"/>
          <a:chOff x="0" y="0"/>
          <a:chExt cx="0" cy="0"/>
        </a:xfrm>
      </p:grpSpPr>
      <p:sp>
        <p:nvSpPr>
          <p:cNvPr id="14" name="Picture Placeholder 13"/>
          <p:cNvSpPr>
            <a:spLocks noGrp="1" noChangeAspect="1"/>
          </p:cNvSpPr>
          <p:nvPr>
            <p:ph type="pic" sz="quarter" idx="10" hasCustomPrompt="1"/>
          </p:nvPr>
        </p:nvSpPr>
        <p:spPr>
          <a:xfrm>
            <a:off x="0" y="0"/>
            <a:ext cx="9144000" cy="6858000"/>
          </a:xfrm>
        </p:spPr>
        <p:txBody>
          <a:bodyPr anchor="t"/>
          <a:lstStyle>
            <a:extLst/>
          </a:lstStyle>
          <a:p>
            <a:pPr marL="0" marR="0" indent="0" algn="ctr" rtl="1">
              <a:buFontTx/>
              <a:buNone/>
            </a:pPr>
            <a:r>
              <a:rPr kumimoji="0" lang="ar-SA" i="0"/>
              <a:t>انقر فوق الرمز لإضافة صورة ملء الصفحة</a:t>
            </a:r>
            <a:endParaRPr kumimoji="0" lang="ar-SA" i="0" baseline="0"/>
          </a:p>
        </p:txBody>
      </p:sp>
      <p:sp>
        <p:nvSpPr>
          <p:cNvPr id="6" name="Rectangle 5"/>
          <p:cNvSpPr>
            <a:spLocks noGrp="1"/>
          </p:cNvSpPr>
          <p:nvPr>
            <p:ph type="dt" sz="half" idx="11"/>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7" name="Rectangle 6"/>
          <p:cNvSpPr>
            <a:spLocks noGrp="1"/>
          </p:cNvSpPr>
          <p:nvPr>
            <p:ph type="sldNum" sz="quarter" idx="12"/>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8" name="Rectangle 7"/>
          <p:cNvSpPr>
            <a:spLocks noGrp="1"/>
          </p:cNvSpPr>
          <p:nvPr>
            <p:ph type="ftr" sz="quarter" idx="13"/>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2299811436"/>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مقطع ألبوم">
    <p:spTree>
      <p:nvGrpSpPr>
        <p:cNvPr id="1" name=""/>
        <p:cNvGrpSpPr/>
        <p:nvPr/>
      </p:nvGrpSpPr>
      <p:grpSpPr>
        <a:xfrm>
          <a:off x="0" y="0"/>
          <a:ext cx="0" cy="0"/>
          <a:chOff x="0" y="0"/>
          <a:chExt cx="0" cy="0"/>
        </a:xfrm>
      </p:grpSpPr>
      <p:sp>
        <p:nvSpPr>
          <p:cNvPr id="15" name="Rectangle 14"/>
          <p:cNvSpPr/>
          <p:nvPr userDrawn="1"/>
        </p:nvSpPr>
        <p:spPr>
          <a:xfrm rot="16200000">
            <a:off x="5315559" y="3268980"/>
            <a:ext cx="6858000" cy="320040"/>
          </a:xfrm>
          <a:prstGeom prst="rect">
            <a:avLst/>
          </a:prstGeom>
          <a:solidFill>
            <a:schemeClr val="accent5"/>
          </a:solidFill>
          <a:ln w="34925" cap="rnd" cmpd="sng" algn="ctr">
            <a:noFill/>
            <a:prstDash val="solid"/>
          </a:ln>
          <a:effectLst/>
        </p:spPr>
        <p:style>
          <a:lnRef idx="3">
            <a:schemeClr val="lt1"/>
          </a:lnRef>
          <a:fillRef idx="1">
            <a:schemeClr val="accent1"/>
          </a:fillRef>
          <a:effectRef idx="1">
            <a:schemeClr val="accent1"/>
          </a:effectRef>
          <a:fontRef idx="minor">
            <a:schemeClr val="lt1"/>
          </a:fontRef>
        </p:style>
        <p:txBody>
          <a:bodyPr rtlCol="1" anchor="ctr"/>
          <a:lstStyle>
            <a:extLst/>
          </a:lstStyle>
          <a:p>
            <a:pPr algn="ctr" rtl="1"/>
            <a:endParaRPr lang="ar-SA">
              <a:solidFill>
                <a:prstClr val="white"/>
              </a:solidFill>
            </a:endParaRPr>
          </a:p>
        </p:txBody>
      </p:sp>
      <p:sp>
        <p:nvSpPr>
          <p:cNvPr id="23" name="Rectangle 22"/>
          <p:cNvSpPr/>
          <p:nvPr userDrawn="1"/>
        </p:nvSpPr>
        <p:spPr>
          <a:xfrm rot="16200000">
            <a:off x="5628132" y="3341399"/>
            <a:ext cx="6858000" cy="173736"/>
          </a:xfrm>
          <a:prstGeom prst="rect">
            <a:avLst/>
          </a:prstGeom>
          <a:solidFill>
            <a:schemeClr val="accent3"/>
          </a:solidFill>
          <a:ln w="34925" cap="rnd" cmpd="sng" algn="ctr">
            <a:noFill/>
            <a:prstDash val="solid"/>
          </a:ln>
          <a:effectLst/>
        </p:spPr>
        <p:style>
          <a:lnRef idx="3">
            <a:schemeClr val="lt1"/>
          </a:lnRef>
          <a:fillRef idx="1">
            <a:schemeClr val="accent1"/>
          </a:fillRef>
          <a:effectRef idx="1">
            <a:schemeClr val="accent1"/>
          </a:effectRef>
          <a:fontRef idx="minor">
            <a:schemeClr val="lt1"/>
          </a:fontRef>
        </p:style>
        <p:txBody>
          <a:bodyPr rtlCol="1" anchor="ctr"/>
          <a:lstStyle>
            <a:extLst/>
          </a:lstStyle>
          <a:p>
            <a:pPr algn="ctr" rtl="1"/>
            <a:endParaRPr lang="ar-SA">
              <a:solidFill>
                <a:prstClr val="white"/>
              </a:solidFill>
            </a:endParaRPr>
          </a:p>
        </p:txBody>
      </p:sp>
      <p:sp>
        <p:nvSpPr>
          <p:cNvPr id="24" name="Rectangle 23"/>
          <p:cNvSpPr/>
          <p:nvPr userDrawn="1"/>
        </p:nvSpPr>
        <p:spPr>
          <a:xfrm>
            <a:off x="8895749" y="-733"/>
            <a:ext cx="76200" cy="6858000"/>
          </a:xfrm>
          <a:prstGeom prst="rect">
            <a:avLst/>
          </a:prstGeom>
          <a:solidFill>
            <a:schemeClr val="accent6"/>
          </a:solidFill>
          <a:ln w="3492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rtl="1"/>
            <a:endParaRPr lang="ar-SA">
              <a:solidFill>
                <a:prstClr val="white"/>
              </a:solidFill>
            </a:endParaRPr>
          </a:p>
        </p:txBody>
      </p:sp>
      <p:sp>
        <p:nvSpPr>
          <p:cNvPr id="13" name="Picture Placeholder 12"/>
          <p:cNvSpPr>
            <a:spLocks noGrp="1"/>
          </p:cNvSpPr>
          <p:nvPr>
            <p:ph type="pic" sz="quarter" idx="11"/>
          </p:nvPr>
        </p:nvSpPr>
        <p:spPr>
          <a:xfrm>
            <a:off x="435429" y="2146300"/>
            <a:ext cx="2362200" cy="2197100"/>
          </a:xfrm>
          <a:solidFill>
            <a:schemeClr val="bg1"/>
          </a:solidFill>
          <a:ln w="34925" cap="rnd" cmpd="sng" algn="ctr">
            <a:noFill/>
            <a:prstDash val="solid"/>
          </a:ln>
          <a:effectLst/>
        </p:spPr>
        <p:style>
          <a:lnRef idx="3">
            <a:schemeClr val="lt1"/>
          </a:lnRef>
          <a:fillRef idx="1">
            <a:schemeClr val="accent3"/>
          </a:fillRef>
          <a:effectRef idx="1">
            <a:schemeClr val="accent3"/>
          </a:effectRef>
          <a:fontRef idx="minor">
            <a:schemeClr val="lt1"/>
          </a:fontRef>
        </p:style>
        <p:txBody>
          <a:bodyPr vert="horz"/>
          <a:lstStyle>
            <a:lvl1pPr marL="0" indent="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7" name="Rectangle 16"/>
          <p:cNvSpPr/>
          <p:nvPr/>
        </p:nvSpPr>
        <p:spPr>
          <a:xfrm rot="10800000" flipV="1">
            <a:off x="435429" y="6172200"/>
            <a:ext cx="7086600" cy="685800"/>
          </a:xfrm>
          <a:prstGeom prst="rect">
            <a:avLst/>
          </a:prstGeom>
          <a:solidFill>
            <a:schemeClr val="accent5"/>
          </a:solidFill>
          <a:ln w="3492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rtl="1"/>
            <a:endParaRPr lang="ar-SA">
              <a:solidFill>
                <a:prstClr val="white"/>
              </a:solidFill>
            </a:endParaRPr>
          </a:p>
        </p:txBody>
      </p:sp>
      <p:sp>
        <p:nvSpPr>
          <p:cNvPr id="22" name="Rectangle 21"/>
          <p:cNvSpPr/>
          <p:nvPr userDrawn="1"/>
        </p:nvSpPr>
        <p:spPr>
          <a:xfrm>
            <a:off x="435429" y="0"/>
            <a:ext cx="7086600" cy="1981200"/>
          </a:xfrm>
          <a:prstGeom prst="rect">
            <a:avLst/>
          </a:prstGeom>
          <a:solidFill>
            <a:schemeClr val="accent5"/>
          </a:solidFill>
          <a:ln w="3492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rtl="1"/>
            <a:endParaRPr lang="ar-SA">
              <a:solidFill>
                <a:prstClr val="white"/>
              </a:solidFill>
            </a:endParaRPr>
          </a:p>
        </p:txBody>
      </p:sp>
      <p:sp>
        <p:nvSpPr>
          <p:cNvPr id="6" name="Text Placeholder 5"/>
          <p:cNvSpPr>
            <a:spLocks noGrp="1"/>
          </p:cNvSpPr>
          <p:nvPr>
            <p:ph type="body" sz="quarter" idx="16" hasCustomPrompt="1"/>
          </p:nvPr>
        </p:nvSpPr>
        <p:spPr>
          <a:xfrm>
            <a:off x="435429" y="5791200"/>
            <a:ext cx="7086600" cy="381000"/>
          </a:xfrm>
          <a:solidFill>
            <a:schemeClr val="accent3"/>
          </a:solidFill>
        </p:spPr>
        <p:txBody>
          <a:bodyPr vert="horz" anchor="ctr"/>
          <a:lstStyle>
            <a:lvl1pPr marL="0" indent="0" algn="r" eaLnBrk="1" latinLnBrk="0" hangingPunct="1">
              <a:buFontTx/>
              <a:buNone/>
              <a:defRPr kumimoji="0" lang="ar-SA" sz="1200">
                <a:solidFill>
                  <a:srgbClr val="FFFFFF"/>
                </a:solidFill>
              </a:defRPr>
            </a:lvl1pPr>
            <a:extLst/>
          </a:lstStyle>
          <a:p>
            <a:pPr lvl="0" algn="r" rtl="1"/>
            <a:r>
              <a:rPr kumimoji="0" lang="ar-SA"/>
              <a:t>انقر لإضافة عنوان فرعي</a:t>
            </a:r>
          </a:p>
        </p:txBody>
      </p:sp>
      <p:sp>
        <p:nvSpPr>
          <p:cNvPr id="19" name="Text Placeholder 18"/>
          <p:cNvSpPr>
            <a:spLocks noGrp="1"/>
          </p:cNvSpPr>
          <p:nvPr>
            <p:ph type="body" sz="quarter" idx="17" hasCustomPrompt="1"/>
          </p:nvPr>
        </p:nvSpPr>
        <p:spPr>
          <a:xfrm>
            <a:off x="435429" y="4495800"/>
            <a:ext cx="7086600" cy="1295400"/>
          </a:xfrm>
          <a:solidFill>
            <a:schemeClr val="accent6"/>
          </a:solidFill>
        </p:spPr>
        <p:txBody>
          <a:bodyPr vert="horz" anchor="ctr"/>
          <a:lstStyle>
            <a:lvl1pPr marL="0" indent="0" algn="r" eaLnBrk="1" latinLnBrk="0" hangingPunct="1">
              <a:buFontTx/>
              <a:buNone/>
              <a:defRPr kumimoji="0" lang="ar-SA" sz="3200">
                <a:solidFill>
                  <a:srgbClr val="FFFFFF"/>
                </a:solidFill>
              </a:defRPr>
            </a:lvl1pPr>
            <a:extLst/>
          </a:lstStyle>
          <a:p>
            <a:pPr lvl="0" algn="r" rtl="1"/>
            <a:r>
              <a:rPr kumimoji="0" lang="ar-SA"/>
              <a:t>انقر لإضافة عنوان المقطع</a:t>
            </a:r>
          </a:p>
        </p:txBody>
      </p:sp>
      <p:sp>
        <p:nvSpPr>
          <p:cNvPr id="29" name="Picture Placeholder 28"/>
          <p:cNvSpPr>
            <a:spLocks noGrp="1"/>
          </p:cNvSpPr>
          <p:nvPr>
            <p:ph type="pic" sz="quarter" idx="18"/>
          </p:nvPr>
        </p:nvSpPr>
        <p:spPr>
          <a:xfrm>
            <a:off x="2950029" y="2133600"/>
            <a:ext cx="2209800" cy="2209800"/>
          </a:xfrm>
          <a:solidFill>
            <a:schemeClr val="bg1"/>
          </a:solidFill>
          <a:ln w="34925" cap="rnd" cmpd="sng" algn="ctr">
            <a:noFill/>
            <a:prstDash val="solid"/>
          </a:ln>
          <a:effectLst/>
        </p:spPr>
        <p:style>
          <a:lnRef idx="3">
            <a:schemeClr val="lt1"/>
          </a:lnRef>
          <a:fillRef idx="1">
            <a:schemeClr val="accent3"/>
          </a:fillRef>
          <a:effectRef idx="1">
            <a:schemeClr val="accent3"/>
          </a:effectRef>
          <a:fontRef idx="minor">
            <a:schemeClr val="lt1"/>
          </a:fontRef>
        </p:style>
        <p:txBody>
          <a:bodyPr vert="horz">
            <a:normAutofit/>
          </a:bodyPr>
          <a:lstStyle>
            <a:lvl1pPr marL="0" indent="0" algn="r" rtl="0" eaLnBrk="1" latinLnBrk="0" hangingPunct="1">
              <a:spcBef>
                <a:spcPct val="20000"/>
              </a:spcBef>
              <a:buFontTx/>
              <a:buNone/>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2" name="Picture Placeholder 11"/>
          <p:cNvSpPr>
            <a:spLocks noGrp="1"/>
          </p:cNvSpPr>
          <p:nvPr>
            <p:ph type="pic" sz="quarter" idx="19"/>
          </p:nvPr>
        </p:nvSpPr>
        <p:spPr>
          <a:xfrm>
            <a:off x="5312229" y="2133600"/>
            <a:ext cx="2209800" cy="2209800"/>
          </a:xfrm>
          <a:solidFill>
            <a:schemeClr val="bg1"/>
          </a:solidFill>
          <a:ln w="34925" cap="rnd" cmpd="sng" algn="ctr">
            <a:noFill/>
            <a:prstDash val="solid"/>
          </a:ln>
          <a:effectLst/>
        </p:spPr>
        <p:style>
          <a:lnRef idx="3">
            <a:schemeClr val="lt1"/>
          </a:lnRef>
          <a:fillRef idx="1">
            <a:schemeClr val="accent3"/>
          </a:fillRef>
          <a:effectRef idx="1">
            <a:schemeClr val="accent3"/>
          </a:effectRef>
          <a:fontRef idx="minor">
            <a:schemeClr val="lt1"/>
          </a:fontRef>
        </p:style>
        <p:txBody>
          <a:bodyPr vert="horz">
            <a:normAutofit/>
          </a:bodyPr>
          <a:lstStyle>
            <a:lvl1pPr marL="0" indent="0" algn="r" rtl="0" eaLnBrk="1" latinLnBrk="0" hangingPunct="1">
              <a:spcBef>
                <a:spcPct val="20000"/>
              </a:spcBef>
              <a:buFontTx/>
              <a:buNone/>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8" name="Rectangle 17"/>
          <p:cNvSpPr>
            <a:spLocks noGrp="1"/>
          </p:cNvSpPr>
          <p:nvPr>
            <p:ph type="dt" sz="half" idx="20"/>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20" name="Rectangle 19"/>
          <p:cNvSpPr>
            <a:spLocks noGrp="1"/>
          </p:cNvSpPr>
          <p:nvPr>
            <p:ph type="sldNum" sz="quarter" idx="21"/>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21" name="Rectangle 20"/>
          <p:cNvSpPr>
            <a:spLocks noGrp="1"/>
          </p:cNvSpPr>
          <p:nvPr>
            <p:ph type="ftr" sz="quarter" idx="22"/>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3845209821"/>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عمودي لأعلى ذو تسمية توضيحية">
    <p:spTree>
      <p:nvGrpSpPr>
        <p:cNvPr id="1" name=""/>
        <p:cNvGrpSpPr/>
        <p:nvPr/>
      </p:nvGrpSpPr>
      <p:grpSpPr>
        <a:xfrm>
          <a:off x="0" y="0"/>
          <a:ext cx="0" cy="0"/>
          <a:chOff x="0" y="0"/>
          <a:chExt cx="0" cy="0"/>
        </a:xfrm>
      </p:grpSpPr>
      <p:sp>
        <p:nvSpPr>
          <p:cNvPr id="28" name="Picture Placeholder 27"/>
          <p:cNvSpPr>
            <a:spLocks noGrp="1" noChangeAspect="1"/>
          </p:cNvSpPr>
          <p:nvPr>
            <p:ph type="pic" sz="quarter" idx="10"/>
          </p:nvPr>
        </p:nvSpPr>
        <p:spPr>
          <a:xfrm>
            <a:off x="4341047" y="533400"/>
            <a:ext cx="3431353" cy="4575141"/>
          </a:xfr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nchor="t"/>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31" name="Picture Placeholder 30"/>
          <p:cNvSpPr>
            <a:spLocks noGrp="1" noChangeAspect="1"/>
          </p:cNvSpPr>
          <p:nvPr>
            <p:ph type="pic" sz="quarter" idx="11"/>
          </p:nvPr>
        </p:nvSpPr>
        <p:spPr>
          <a:xfrm>
            <a:off x="685800" y="533400"/>
            <a:ext cx="3429000" cy="4572000"/>
          </a:xfr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nchor="t"/>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8" name="Text Placeholder 7"/>
          <p:cNvSpPr>
            <a:spLocks noGrp="1"/>
          </p:cNvSpPr>
          <p:nvPr>
            <p:ph type="body" sz="quarter" idx="14" hasCustomPrompt="1"/>
          </p:nvPr>
        </p:nvSpPr>
        <p:spPr>
          <a:xfrm>
            <a:off x="685800" y="5257800"/>
            <a:ext cx="3429000" cy="1219200"/>
          </a:xfrm>
        </p:spPr>
        <p:txBody>
          <a:bodyPr anchor="t"/>
          <a:lstStyle>
            <a:lvl1pPr marL="0" marR="0" indent="0" algn="r" eaLnBrk="1" latinLnBrk="0" hangingPunct="1">
              <a:buFontTx/>
              <a:buNone/>
              <a:defRPr kumimoji="0" lang="ar-SA" sz="1800" baseline="0"/>
            </a:lvl1pPr>
            <a:extLst/>
          </a:lstStyle>
          <a:p>
            <a:pPr lvl="0" algn="r" rtl="1"/>
            <a:r>
              <a:rPr kumimoji="0" lang="ar-SA"/>
              <a:t>انقر لإضافة تسمية توضيحية</a:t>
            </a:r>
          </a:p>
        </p:txBody>
      </p:sp>
      <p:sp>
        <p:nvSpPr>
          <p:cNvPr id="14" name="Text Placeholder 13"/>
          <p:cNvSpPr>
            <a:spLocks noGrp="1"/>
          </p:cNvSpPr>
          <p:nvPr>
            <p:ph type="body" sz="quarter" idx="15" hasCustomPrompt="1"/>
          </p:nvPr>
        </p:nvSpPr>
        <p:spPr>
          <a:xfrm>
            <a:off x="4343400" y="5257800"/>
            <a:ext cx="3429000" cy="1219200"/>
          </a:xfrm>
        </p:spPr>
        <p:txBody>
          <a:bodyPr anchor="t"/>
          <a:lstStyle>
            <a:lvl1pPr marL="0" marR="0" indent="0" algn="r" eaLnBrk="1" latinLnBrk="0" hangingPunct="1">
              <a:buFontTx/>
              <a:buNone/>
              <a:defRPr kumimoji="0" lang="ar-SA" sz="1800" baseline="0"/>
            </a:lvl1pPr>
            <a:extLst/>
          </a:lstStyle>
          <a:p>
            <a:pPr lvl="0" algn="r" rtl="1"/>
            <a:r>
              <a:rPr kumimoji="0" lang="ar-SA"/>
              <a:t>انقر لإضافة تسمية توضيحية</a:t>
            </a:r>
          </a:p>
        </p:txBody>
      </p:sp>
      <p:sp>
        <p:nvSpPr>
          <p:cNvPr id="6" name="Rectangle 5"/>
          <p:cNvSpPr>
            <a:spLocks noGrp="1"/>
          </p:cNvSpPr>
          <p:nvPr>
            <p:ph type="dt" sz="half" idx="16"/>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7" name="Rectangle 6"/>
          <p:cNvSpPr>
            <a:spLocks noGrp="1"/>
          </p:cNvSpPr>
          <p:nvPr>
            <p:ph type="sldNum" sz="quarter" idx="17"/>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9" name="Rectangle 8"/>
          <p:cNvSpPr>
            <a:spLocks noGrp="1"/>
          </p:cNvSpPr>
          <p:nvPr>
            <p:ph type="ftr" sz="quarter" idx="18"/>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3543085383"/>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أفقي لأعلى ذو تسمية توضيحية">
    <p:spTree>
      <p:nvGrpSpPr>
        <p:cNvPr id="1" name=""/>
        <p:cNvGrpSpPr/>
        <p:nvPr/>
      </p:nvGrpSpPr>
      <p:grpSpPr>
        <a:xfrm>
          <a:off x="0" y="0"/>
          <a:ext cx="0" cy="0"/>
          <a:chOff x="0" y="0"/>
          <a:chExt cx="0" cy="0"/>
        </a:xfrm>
      </p:grpSpPr>
      <p:sp>
        <p:nvSpPr>
          <p:cNvPr id="31" name="Picture Placeholder 30"/>
          <p:cNvSpPr>
            <a:spLocks noGrp="1" noChangeAspect="1"/>
          </p:cNvSpPr>
          <p:nvPr>
            <p:ph type="pic" sz="quarter" idx="13"/>
          </p:nvPr>
        </p:nvSpPr>
        <p:spPr>
          <a:xfrm>
            <a:off x="4343400" y="1085850"/>
            <a:ext cx="4038600" cy="3028950"/>
          </a:xfrm>
          <a:prstGeom prst="rect">
            <a:avLst/>
          </a:prstGeo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8" name="Picture Placeholder 7"/>
          <p:cNvSpPr>
            <a:spLocks noGrp="1" noChangeAspect="1"/>
          </p:cNvSpPr>
          <p:nvPr>
            <p:ph type="pic" sz="quarter" idx="14"/>
          </p:nvPr>
        </p:nvSpPr>
        <p:spPr>
          <a:xfrm>
            <a:off x="152400" y="1085850"/>
            <a:ext cx="4038600" cy="3028950"/>
          </a:xfrm>
          <a:prstGeom prst="rect">
            <a:avLst/>
          </a:prstGeo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24" name="Text Placeholder 23"/>
          <p:cNvSpPr>
            <a:spLocks noGrp="1"/>
          </p:cNvSpPr>
          <p:nvPr>
            <p:ph type="body" sz="quarter" idx="16" hasCustomPrompt="1"/>
          </p:nvPr>
        </p:nvSpPr>
        <p:spPr>
          <a:xfrm>
            <a:off x="152400" y="4267200"/>
            <a:ext cx="4038600" cy="1066800"/>
          </a:xfrm>
        </p:spPr>
        <p:txBody>
          <a:bodyPr anchor="t"/>
          <a:lstStyle>
            <a:lvl1pPr marL="0" marR="0" indent="0" algn="r" eaLnBrk="1" latinLnBrk="0" hangingPunct="1">
              <a:buFontTx/>
              <a:buNone/>
              <a:defRPr kumimoji="0" lang="ar-SA" sz="1800" baseline="0"/>
            </a:lvl1pPr>
            <a:extLst/>
          </a:lstStyle>
          <a:p>
            <a:pPr lvl="0" algn="r" rtl="1"/>
            <a:r>
              <a:rPr kumimoji="0" lang="ar-SA"/>
              <a:t>انقر لإضافة تسمية توضيحية</a:t>
            </a:r>
          </a:p>
        </p:txBody>
      </p:sp>
      <p:sp>
        <p:nvSpPr>
          <p:cNvPr id="2" name="Text Placeholder 1"/>
          <p:cNvSpPr>
            <a:spLocks noGrp="1"/>
          </p:cNvSpPr>
          <p:nvPr>
            <p:ph type="body" sz="quarter" idx="17" hasCustomPrompt="1"/>
          </p:nvPr>
        </p:nvSpPr>
        <p:spPr>
          <a:xfrm>
            <a:off x="4343400" y="4267200"/>
            <a:ext cx="4038600" cy="1066800"/>
          </a:xfrm>
        </p:spPr>
        <p:txBody>
          <a:bodyPr anchor="t"/>
          <a:lstStyle>
            <a:lvl1pPr marL="0" marR="0" indent="0" algn="r" eaLnBrk="1" latinLnBrk="0" hangingPunct="1">
              <a:buFontTx/>
              <a:buNone/>
              <a:defRPr kumimoji="0" lang="ar-SA" sz="1800" baseline="0"/>
            </a:lvl1pPr>
            <a:extLst/>
          </a:lstStyle>
          <a:p>
            <a:pPr lvl="0" algn="r" rtl="1"/>
            <a:r>
              <a:rPr kumimoji="0" lang="ar-SA"/>
              <a:t>انقر لإضافة تسمية توضيحية</a:t>
            </a:r>
          </a:p>
        </p:txBody>
      </p:sp>
      <p:sp>
        <p:nvSpPr>
          <p:cNvPr id="6" name="Rectangle 5"/>
          <p:cNvSpPr>
            <a:spLocks noGrp="1"/>
          </p:cNvSpPr>
          <p:nvPr>
            <p:ph type="dt" sz="half" idx="18"/>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7" name="Rectangle 6"/>
          <p:cNvSpPr>
            <a:spLocks noGrp="1"/>
          </p:cNvSpPr>
          <p:nvPr>
            <p:ph type="sldNum" sz="quarter" idx="19"/>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9" name="Rectangle 8"/>
          <p:cNvSpPr>
            <a:spLocks noGrp="1"/>
          </p:cNvSpPr>
          <p:nvPr>
            <p:ph type="ftr" sz="quarter" idx="20"/>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3524274230"/>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 مختلط لأعلى ذو تسمية توضيحية">
    <p:spTree>
      <p:nvGrpSpPr>
        <p:cNvPr id="1" name=""/>
        <p:cNvGrpSpPr/>
        <p:nvPr/>
      </p:nvGrpSpPr>
      <p:grpSpPr>
        <a:xfrm>
          <a:off x="0" y="0"/>
          <a:ext cx="0" cy="0"/>
          <a:chOff x="0" y="0"/>
          <a:chExt cx="0" cy="0"/>
        </a:xfrm>
      </p:grpSpPr>
      <p:sp>
        <p:nvSpPr>
          <p:cNvPr id="24" name="Picture Placeholder 23"/>
          <p:cNvSpPr>
            <a:spLocks noGrp="1" noChangeAspect="1"/>
          </p:cNvSpPr>
          <p:nvPr>
            <p:ph type="pic" sz="quarter" idx="11"/>
          </p:nvPr>
        </p:nvSpPr>
        <p:spPr>
          <a:xfrm>
            <a:off x="4724401" y="225552"/>
            <a:ext cx="3694176" cy="2770632"/>
          </a:xfr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21" name="Picture Placeholder 20"/>
          <p:cNvSpPr>
            <a:spLocks noGrp="1" noChangeAspect="1"/>
          </p:cNvSpPr>
          <p:nvPr>
            <p:ph type="pic" sz="quarter" idx="12"/>
          </p:nvPr>
        </p:nvSpPr>
        <p:spPr>
          <a:xfrm>
            <a:off x="152400" y="222504"/>
            <a:ext cx="4368557" cy="5824743"/>
          </a:xfr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9" name="Text Placeholder 8"/>
          <p:cNvSpPr>
            <a:spLocks noGrp="1"/>
          </p:cNvSpPr>
          <p:nvPr>
            <p:ph type="body" sz="quarter" idx="13" hasCustomPrompt="1"/>
          </p:nvPr>
        </p:nvSpPr>
        <p:spPr>
          <a:xfrm>
            <a:off x="4724400" y="3124200"/>
            <a:ext cx="3694177" cy="2983987"/>
          </a:xfrm>
        </p:spPr>
        <p:txBody>
          <a:bodyPr anchor="t" anchorCtr="0"/>
          <a:lstStyle>
            <a:lvl1pPr marL="0" marR="0" indent="0" algn="r" eaLnBrk="1" latinLnBrk="0" hangingPunct="1">
              <a:buFontTx/>
              <a:buNone/>
              <a:defRPr kumimoji="0" lang="ar-SA" sz="2000" i="0"/>
            </a:lvl1pPr>
            <a:extLst/>
          </a:lstStyle>
          <a:p>
            <a:pPr lvl="0" algn="r" rtl="1"/>
            <a:r>
              <a:rPr kumimoji="0" lang="ar-SA"/>
              <a:t>انقر لإضافة تسمية توضيحية</a:t>
            </a:r>
          </a:p>
        </p:txBody>
      </p:sp>
      <p:sp>
        <p:nvSpPr>
          <p:cNvPr id="5" name="Rectangle 4"/>
          <p:cNvSpPr>
            <a:spLocks noGrp="1"/>
          </p:cNvSpPr>
          <p:nvPr>
            <p:ph type="dt" sz="half" idx="14"/>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6" name="Rectangle 5"/>
          <p:cNvSpPr>
            <a:spLocks noGrp="1"/>
          </p:cNvSpPr>
          <p:nvPr>
            <p:ph type="sldNum" sz="quarter" idx="15"/>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7" name="Rectangle 6"/>
          <p:cNvSpPr>
            <a:spLocks noGrp="1"/>
          </p:cNvSpPr>
          <p:nvPr>
            <p:ph type="ftr" sz="quarter" idx="16"/>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4232892834"/>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3 عمودي لأعلى ذو تسمية توضيحية">
    <p:spTree>
      <p:nvGrpSpPr>
        <p:cNvPr id="1" name=""/>
        <p:cNvGrpSpPr/>
        <p:nvPr/>
      </p:nvGrpSpPr>
      <p:grpSpPr>
        <a:xfrm>
          <a:off x="0" y="0"/>
          <a:ext cx="0" cy="0"/>
          <a:chOff x="0" y="0"/>
          <a:chExt cx="0" cy="0"/>
        </a:xfrm>
      </p:grpSpPr>
      <p:sp>
        <p:nvSpPr>
          <p:cNvPr id="20" name="Picture Placeholder 19"/>
          <p:cNvSpPr>
            <a:spLocks noGrp="1" noChangeAspect="1"/>
          </p:cNvSpPr>
          <p:nvPr>
            <p:ph type="pic" sz="quarter" idx="10"/>
          </p:nvPr>
        </p:nvSpPr>
        <p:spPr>
          <a:xfrm>
            <a:off x="228600" y="533400"/>
            <a:ext cx="2590800" cy="3454400"/>
          </a:xfr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29" name="Picture Placeholder 28"/>
          <p:cNvSpPr>
            <a:spLocks noGrp="1" noChangeAspect="1"/>
          </p:cNvSpPr>
          <p:nvPr>
            <p:ph type="pic" sz="quarter" idx="11"/>
          </p:nvPr>
        </p:nvSpPr>
        <p:spPr>
          <a:xfrm>
            <a:off x="3048000" y="533400"/>
            <a:ext cx="2590800" cy="3454400"/>
          </a:xfr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0" name="Picture Placeholder 9"/>
          <p:cNvSpPr>
            <a:spLocks noGrp="1" noChangeAspect="1"/>
          </p:cNvSpPr>
          <p:nvPr>
            <p:ph type="pic" sz="quarter" idx="12"/>
          </p:nvPr>
        </p:nvSpPr>
        <p:spPr>
          <a:xfrm>
            <a:off x="5867400" y="533400"/>
            <a:ext cx="2590800" cy="3454400"/>
          </a:xfr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2" name="Text Placeholder 1"/>
          <p:cNvSpPr>
            <a:spLocks noGrp="1"/>
          </p:cNvSpPr>
          <p:nvPr>
            <p:ph type="body" sz="quarter" idx="13" hasCustomPrompt="1"/>
          </p:nvPr>
        </p:nvSpPr>
        <p:spPr>
          <a:xfrm>
            <a:off x="228600" y="4343400"/>
            <a:ext cx="2590800" cy="1676400"/>
          </a:xfrm>
        </p:spPr>
        <p:txBody>
          <a:bodyPr anchor="t" anchorCtr="0">
            <a:noAutofit/>
          </a:bodyPr>
          <a:lstStyle>
            <a:lvl1pPr marL="0" marR="0" indent="0" algn="r" eaLnBrk="1" latinLnBrk="0" hangingPunct="1">
              <a:buFontTx/>
              <a:buNone/>
              <a:defRPr kumimoji="0" lang="ar-SA" sz="2000" baseline="0"/>
            </a:lvl1pPr>
            <a:extLst/>
          </a:lstStyle>
          <a:p>
            <a:pPr lvl="0" algn="r" rtl="1"/>
            <a:r>
              <a:rPr kumimoji="0" lang="ar-SA"/>
              <a:t>انقر لإضافة تسمية توضيحية</a:t>
            </a:r>
          </a:p>
        </p:txBody>
      </p:sp>
      <p:sp>
        <p:nvSpPr>
          <p:cNvPr id="15" name="Text Placeholder 14"/>
          <p:cNvSpPr>
            <a:spLocks noGrp="1"/>
          </p:cNvSpPr>
          <p:nvPr>
            <p:ph type="body" sz="quarter" idx="14" hasCustomPrompt="1"/>
          </p:nvPr>
        </p:nvSpPr>
        <p:spPr>
          <a:xfrm>
            <a:off x="3048000" y="4343400"/>
            <a:ext cx="2590800" cy="1676400"/>
          </a:xfrm>
        </p:spPr>
        <p:txBody>
          <a:bodyPr anchor="t" anchorCtr="0">
            <a:noAutofit/>
          </a:bodyPr>
          <a:lstStyle>
            <a:lvl1pPr marL="0" marR="0" indent="0" algn="r" eaLnBrk="1" latinLnBrk="0" hangingPunct="1">
              <a:buFontTx/>
              <a:buNone/>
              <a:defRPr kumimoji="0" lang="ar-SA" sz="2000" baseline="0"/>
            </a:lvl1pPr>
            <a:extLst/>
          </a:lstStyle>
          <a:p>
            <a:pPr lvl="0" algn="r" rtl="1"/>
            <a:r>
              <a:rPr kumimoji="0" lang="ar-SA"/>
              <a:t>انقر لإضافة تسمية توضيحية</a:t>
            </a:r>
          </a:p>
        </p:txBody>
      </p:sp>
      <p:sp>
        <p:nvSpPr>
          <p:cNvPr id="13" name="Text Placeholder 12"/>
          <p:cNvSpPr>
            <a:spLocks noGrp="1"/>
          </p:cNvSpPr>
          <p:nvPr>
            <p:ph type="body" sz="quarter" idx="15" hasCustomPrompt="1"/>
          </p:nvPr>
        </p:nvSpPr>
        <p:spPr>
          <a:xfrm>
            <a:off x="5867400" y="4343400"/>
            <a:ext cx="2590800" cy="1676400"/>
          </a:xfrm>
        </p:spPr>
        <p:txBody>
          <a:bodyPr anchor="t" anchorCtr="0">
            <a:noAutofit/>
          </a:bodyPr>
          <a:lstStyle>
            <a:lvl1pPr marL="0" marR="0" indent="0" algn="r" eaLnBrk="1" latinLnBrk="0" hangingPunct="1">
              <a:buFontTx/>
              <a:buNone/>
              <a:defRPr kumimoji="0" lang="ar-SA" sz="2000" baseline="0"/>
            </a:lvl1pPr>
            <a:extLst/>
          </a:lstStyle>
          <a:p>
            <a:pPr lvl="0" algn="r" rtl="1"/>
            <a:r>
              <a:rPr kumimoji="0" lang="ar-SA"/>
              <a:t>انقر لإضافة تسمية توضيحية</a:t>
            </a:r>
          </a:p>
        </p:txBody>
      </p:sp>
      <p:sp>
        <p:nvSpPr>
          <p:cNvPr id="30" name="Rectangle 29"/>
          <p:cNvSpPr/>
          <p:nvPr/>
        </p:nvSpPr>
        <p:spPr>
          <a:xfrm>
            <a:off x="8889273" y="0"/>
            <a:ext cx="76200" cy="6858000"/>
          </a:xfrm>
          <a:prstGeom prst="rect">
            <a:avLst/>
          </a:prstGeom>
          <a:solidFill>
            <a:schemeClr val="accent1"/>
          </a:solidFill>
          <a:ln w="3492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rtl="1"/>
            <a:endParaRPr lang="ar-SA">
              <a:solidFill>
                <a:prstClr val="white"/>
              </a:solidFill>
            </a:endParaRPr>
          </a:p>
        </p:txBody>
      </p:sp>
      <p:sp>
        <p:nvSpPr>
          <p:cNvPr id="9" name="Rectangle 8"/>
          <p:cNvSpPr>
            <a:spLocks noGrp="1"/>
          </p:cNvSpPr>
          <p:nvPr>
            <p:ph type="dt" sz="half" idx="16"/>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11" name="Rectangle 10"/>
          <p:cNvSpPr>
            <a:spLocks noGrp="1"/>
          </p:cNvSpPr>
          <p:nvPr>
            <p:ph type="sldNum" sz="quarter" idx="17"/>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12" name="Rectangle 11"/>
          <p:cNvSpPr>
            <a:spLocks noGrp="1"/>
          </p:cNvSpPr>
          <p:nvPr>
            <p:ph type="ftr" sz="quarter" idx="18"/>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1632588360"/>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أفقي لأعلى  ذو تسمية">
    <p:spTree>
      <p:nvGrpSpPr>
        <p:cNvPr id="1" name=""/>
        <p:cNvGrpSpPr/>
        <p:nvPr/>
      </p:nvGrpSpPr>
      <p:grpSpPr>
        <a:xfrm>
          <a:off x="0" y="0"/>
          <a:ext cx="0" cy="0"/>
          <a:chOff x="0" y="0"/>
          <a:chExt cx="0" cy="0"/>
        </a:xfrm>
      </p:grpSpPr>
      <p:sp>
        <p:nvSpPr>
          <p:cNvPr id="11" name="Picture Placeholder 10"/>
          <p:cNvSpPr>
            <a:spLocks noGrp="1" noChangeAspect="1"/>
          </p:cNvSpPr>
          <p:nvPr>
            <p:ph type="pic" sz="quarter" idx="11"/>
          </p:nvPr>
        </p:nvSpPr>
        <p:spPr>
          <a:xfrm>
            <a:off x="4343400" y="3352800"/>
            <a:ext cx="3947160" cy="2960370"/>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vert="horz">
            <a:normAutofit/>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26" name="Picture Placeholder 25"/>
          <p:cNvSpPr>
            <a:spLocks noGrp="1" noChangeAspect="1"/>
          </p:cNvSpPr>
          <p:nvPr>
            <p:ph type="pic" sz="quarter" idx="12"/>
          </p:nvPr>
        </p:nvSpPr>
        <p:spPr>
          <a:xfrm>
            <a:off x="228600" y="3352800"/>
            <a:ext cx="3947160" cy="2960370"/>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vert="horz">
            <a:normAutofit/>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3" name="Picture Placeholder 12"/>
          <p:cNvSpPr>
            <a:spLocks noGrp="1" noChangeAspect="1"/>
          </p:cNvSpPr>
          <p:nvPr>
            <p:ph type="pic" sz="quarter" idx="13"/>
          </p:nvPr>
        </p:nvSpPr>
        <p:spPr>
          <a:xfrm>
            <a:off x="4343400" y="228600"/>
            <a:ext cx="3947160" cy="2960370"/>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2" name="Text Placeholder 11"/>
          <p:cNvSpPr>
            <a:spLocks noGrp="1"/>
          </p:cNvSpPr>
          <p:nvPr>
            <p:ph type="body" sz="quarter" idx="14" hasCustomPrompt="1"/>
          </p:nvPr>
        </p:nvSpPr>
        <p:spPr>
          <a:xfrm>
            <a:off x="228600" y="228600"/>
            <a:ext cx="3947160" cy="2960370"/>
          </a:xfrm>
        </p:spPr>
        <p:txBody>
          <a:bodyPr anchor="b" anchorCtr="0"/>
          <a:lstStyle>
            <a:lvl1pPr marL="0" marR="0" indent="0" algn="r" eaLnBrk="1" latinLnBrk="0" hangingPunct="1">
              <a:buFontTx/>
              <a:buNone/>
              <a:defRPr kumimoji="0" lang="ar-SA" sz="2000" i="0"/>
            </a:lvl1pPr>
            <a:extLst/>
          </a:lstStyle>
          <a:p>
            <a:pPr lvl="0" algn="r" rtl="1"/>
            <a:r>
              <a:rPr kumimoji="0" lang="ar-SA"/>
              <a:t>انقر لإضافة تسمية توضيحية</a:t>
            </a:r>
          </a:p>
        </p:txBody>
      </p:sp>
      <p:sp>
        <p:nvSpPr>
          <p:cNvPr id="6" name="Rectangle 5"/>
          <p:cNvSpPr>
            <a:spLocks noGrp="1"/>
          </p:cNvSpPr>
          <p:nvPr>
            <p:ph type="dt" sz="half" idx="15"/>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7" name="Rectangle 6"/>
          <p:cNvSpPr>
            <a:spLocks noGrp="1"/>
          </p:cNvSpPr>
          <p:nvPr>
            <p:ph type="sldNum" sz="quarter" idx="16"/>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8" name="Rectangle 7"/>
          <p:cNvSpPr>
            <a:spLocks noGrp="1"/>
          </p:cNvSpPr>
          <p:nvPr>
            <p:ph type="ftr" sz="quarter" idx="17"/>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1547711245"/>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 لأعلى مختلط">
    <p:spTree>
      <p:nvGrpSpPr>
        <p:cNvPr id="1" name=""/>
        <p:cNvGrpSpPr/>
        <p:nvPr/>
      </p:nvGrpSpPr>
      <p:grpSpPr>
        <a:xfrm>
          <a:off x="0" y="0"/>
          <a:ext cx="0" cy="0"/>
          <a:chOff x="0" y="0"/>
          <a:chExt cx="0" cy="0"/>
        </a:xfrm>
      </p:grpSpPr>
      <p:sp>
        <p:nvSpPr>
          <p:cNvPr id="10" name="Picture Placeholder 9"/>
          <p:cNvSpPr>
            <a:spLocks noGrp="1" noChangeAspect="1"/>
          </p:cNvSpPr>
          <p:nvPr>
            <p:ph type="pic" sz="quarter" idx="11"/>
          </p:nvPr>
        </p:nvSpPr>
        <p:spPr>
          <a:xfrm>
            <a:off x="4648200" y="3124962"/>
            <a:ext cx="3697224" cy="2772918"/>
          </a:xfr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25" name="Picture Placeholder 24"/>
          <p:cNvSpPr>
            <a:spLocks noGrp="1" noChangeAspect="1"/>
          </p:cNvSpPr>
          <p:nvPr>
            <p:ph type="pic" sz="quarter" idx="12"/>
          </p:nvPr>
        </p:nvSpPr>
        <p:spPr>
          <a:xfrm>
            <a:off x="228600" y="228600"/>
            <a:ext cx="4251960" cy="5669280"/>
          </a:xfr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6" name="Picture Placeholder 5"/>
          <p:cNvSpPr>
            <a:spLocks noGrp="1" noChangeAspect="1"/>
          </p:cNvSpPr>
          <p:nvPr>
            <p:ph type="pic" sz="quarter" idx="13"/>
          </p:nvPr>
        </p:nvSpPr>
        <p:spPr>
          <a:xfrm>
            <a:off x="4648200" y="228600"/>
            <a:ext cx="3672840" cy="2754630"/>
          </a:xfr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5" name="Rectangle 4"/>
          <p:cNvSpPr>
            <a:spLocks noGrp="1"/>
          </p:cNvSpPr>
          <p:nvPr>
            <p:ph type="dt" sz="half" idx="14"/>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7" name="Rectangle 6"/>
          <p:cNvSpPr>
            <a:spLocks noGrp="1"/>
          </p:cNvSpPr>
          <p:nvPr>
            <p:ph type="sldNum" sz="quarter" idx="15"/>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8" name="Rectangle 7"/>
          <p:cNvSpPr>
            <a:spLocks noGrp="1"/>
          </p:cNvSpPr>
          <p:nvPr>
            <p:ph type="ftr" sz="quarter" idx="16"/>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3857697535"/>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4 عمودي لأعلى ذو تسمية توضيحية">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1866900" y="228600"/>
            <a:ext cx="2286000" cy="3124200"/>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4" name="Picture Placeholder 13"/>
          <p:cNvSpPr>
            <a:spLocks noGrp="1"/>
          </p:cNvSpPr>
          <p:nvPr>
            <p:ph type="pic" sz="quarter" idx="26"/>
          </p:nvPr>
        </p:nvSpPr>
        <p:spPr>
          <a:xfrm>
            <a:off x="1866900" y="3505200"/>
            <a:ext cx="2285214" cy="3124200"/>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8" name="Picture Placeholder 7"/>
          <p:cNvSpPr>
            <a:spLocks noGrp="1"/>
          </p:cNvSpPr>
          <p:nvPr>
            <p:ph type="pic" sz="quarter" idx="25"/>
          </p:nvPr>
        </p:nvSpPr>
        <p:spPr>
          <a:xfrm>
            <a:off x="4305300" y="228600"/>
            <a:ext cx="2286000" cy="3124200"/>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9" name="Picture Placeholder 18"/>
          <p:cNvSpPr>
            <a:spLocks noGrp="1"/>
          </p:cNvSpPr>
          <p:nvPr>
            <p:ph type="pic" sz="quarter" idx="27"/>
          </p:nvPr>
        </p:nvSpPr>
        <p:spPr>
          <a:xfrm>
            <a:off x="4306086" y="3505200"/>
            <a:ext cx="2285214" cy="3124200"/>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22" name="Text Placeholder 21"/>
          <p:cNvSpPr>
            <a:spLocks noGrp="1"/>
          </p:cNvSpPr>
          <p:nvPr>
            <p:ph type="body" sz="quarter" idx="16" hasCustomPrompt="1"/>
          </p:nvPr>
        </p:nvSpPr>
        <p:spPr>
          <a:xfrm>
            <a:off x="152400" y="228600"/>
            <a:ext cx="1676400" cy="2743200"/>
          </a:xfrm>
        </p:spPr>
        <p:txBody>
          <a:bodyPr anchor="t" anchorCtr="0"/>
          <a:lstStyle>
            <a:lvl1pPr marL="0" marR="0" indent="0" algn="r" eaLnBrk="1" latinLnBrk="0" hangingPunct="1">
              <a:buFontTx/>
              <a:buNone/>
              <a:defRPr kumimoji="0" lang="ar-SA" sz="1600" baseline="0"/>
            </a:lvl1pPr>
            <a:extLst/>
          </a:lstStyle>
          <a:p>
            <a:pPr lvl="0" algn="r" rtl="1"/>
            <a:r>
              <a:rPr kumimoji="0" lang="ar-SA"/>
              <a:t>انقر لإضافة تسمية توضيحية</a:t>
            </a:r>
          </a:p>
        </p:txBody>
      </p:sp>
      <p:sp>
        <p:nvSpPr>
          <p:cNvPr id="5" name="Text Placeholder 4"/>
          <p:cNvSpPr>
            <a:spLocks noGrp="1"/>
          </p:cNvSpPr>
          <p:nvPr>
            <p:ph type="body" sz="quarter" idx="29" hasCustomPrompt="1"/>
          </p:nvPr>
        </p:nvSpPr>
        <p:spPr>
          <a:xfrm>
            <a:off x="6629400" y="228600"/>
            <a:ext cx="1676400" cy="1905000"/>
          </a:xfrm>
        </p:spPr>
        <p:txBody>
          <a:bodyPr anchor="t" anchorCtr="0"/>
          <a:lstStyle>
            <a:lvl1pPr marL="0" marR="0" indent="0" algn="r" eaLnBrk="1" latinLnBrk="0" hangingPunct="1">
              <a:buFontTx/>
              <a:buNone/>
              <a:defRPr kumimoji="0" lang="ar-SA" sz="1600" baseline="0"/>
            </a:lvl1pPr>
            <a:extLst/>
          </a:lstStyle>
          <a:p>
            <a:pPr lvl="0" algn="r" rtl="1"/>
            <a:r>
              <a:rPr kumimoji="0" lang="ar-SA"/>
              <a:t>انقر لإضافة تسمية توضيحية</a:t>
            </a:r>
          </a:p>
        </p:txBody>
      </p:sp>
      <p:sp>
        <p:nvSpPr>
          <p:cNvPr id="20" name="Text Placeholder 19"/>
          <p:cNvSpPr>
            <a:spLocks noGrp="1"/>
          </p:cNvSpPr>
          <p:nvPr>
            <p:ph type="body" sz="quarter" idx="28" hasCustomPrompt="1"/>
          </p:nvPr>
        </p:nvSpPr>
        <p:spPr>
          <a:xfrm>
            <a:off x="152400" y="4724400"/>
            <a:ext cx="1676400" cy="1905000"/>
          </a:xfrm>
        </p:spPr>
        <p:txBody>
          <a:bodyPr anchor="b" anchorCtr="0"/>
          <a:lstStyle>
            <a:lvl1pPr marL="0" marR="0" indent="0" algn="r" eaLnBrk="1" latinLnBrk="0" hangingPunct="1">
              <a:buFontTx/>
              <a:buNone/>
              <a:defRPr kumimoji="0" lang="ar-SA" sz="1600" baseline="0"/>
            </a:lvl1pPr>
            <a:extLst/>
          </a:lstStyle>
          <a:p>
            <a:pPr lvl="0" algn="r" rtl="1"/>
            <a:r>
              <a:rPr kumimoji="0" lang="ar-SA"/>
              <a:t>انقر لإضافة تسمية توضيحية</a:t>
            </a:r>
          </a:p>
        </p:txBody>
      </p:sp>
      <p:sp>
        <p:nvSpPr>
          <p:cNvPr id="21" name="Text Placeholder 20"/>
          <p:cNvSpPr>
            <a:spLocks noGrp="1"/>
          </p:cNvSpPr>
          <p:nvPr>
            <p:ph type="body" sz="quarter" idx="30" hasCustomPrompt="1"/>
          </p:nvPr>
        </p:nvSpPr>
        <p:spPr>
          <a:xfrm>
            <a:off x="6629400" y="4724400"/>
            <a:ext cx="1676400" cy="1905000"/>
          </a:xfrm>
        </p:spPr>
        <p:txBody>
          <a:bodyPr anchor="b" anchorCtr="0"/>
          <a:lstStyle>
            <a:lvl1pPr marL="0" marR="0" indent="0" algn="r" eaLnBrk="1" latinLnBrk="0" hangingPunct="1">
              <a:buFontTx/>
              <a:buNone/>
              <a:defRPr kumimoji="0" lang="ar-SA" sz="1600" baseline="0"/>
            </a:lvl1pPr>
            <a:extLst/>
          </a:lstStyle>
          <a:p>
            <a:pPr lvl="0" algn="r" rtl="1"/>
            <a:r>
              <a:rPr kumimoji="0" lang="ar-SA"/>
              <a:t>انقر لإضافة تسمية توضيحية</a:t>
            </a:r>
          </a:p>
        </p:txBody>
      </p:sp>
      <p:sp>
        <p:nvSpPr>
          <p:cNvPr id="10" name="Rectangle 9"/>
          <p:cNvSpPr>
            <a:spLocks noGrp="1"/>
          </p:cNvSpPr>
          <p:nvPr>
            <p:ph type="dt" sz="half" idx="31"/>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11" name="Rectangle 10"/>
          <p:cNvSpPr>
            <a:spLocks noGrp="1"/>
          </p:cNvSpPr>
          <p:nvPr>
            <p:ph type="sldNum" sz="quarter" idx="32"/>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12" name="Rectangle 11"/>
          <p:cNvSpPr>
            <a:spLocks noGrp="1"/>
          </p:cNvSpPr>
          <p:nvPr>
            <p:ph type="ftr" sz="quarter" idx="33"/>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648009433"/>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4 أفقي لأعلى ذو تسميات توضيحية">
    <p:spTree>
      <p:nvGrpSpPr>
        <p:cNvPr id="1" name=""/>
        <p:cNvGrpSpPr/>
        <p:nvPr/>
      </p:nvGrpSpPr>
      <p:grpSpPr>
        <a:xfrm>
          <a:off x="0" y="0"/>
          <a:ext cx="0" cy="0"/>
          <a:chOff x="0" y="0"/>
          <a:chExt cx="0" cy="0"/>
        </a:xfrm>
      </p:grpSpPr>
      <p:sp>
        <p:nvSpPr>
          <p:cNvPr id="24" name="Picture Placeholder 23"/>
          <p:cNvSpPr>
            <a:spLocks noGrp="1"/>
          </p:cNvSpPr>
          <p:nvPr>
            <p:ph type="pic" sz="quarter" idx="14"/>
          </p:nvPr>
        </p:nvSpPr>
        <p:spPr>
          <a:xfrm>
            <a:off x="533400" y="685800"/>
            <a:ext cx="3653297" cy="2743200"/>
          </a:xfrm>
          <a:prstGeom prst="rect">
            <a:avLst/>
          </a:prstGeo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27" name="Text Placeholder 26"/>
          <p:cNvSpPr>
            <a:spLocks noGrp="1"/>
          </p:cNvSpPr>
          <p:nvPr>
            <p:ph type="body" sz="quarter" idx="16" hasCustomPrompt="1"/>
          </p:nvPr>
        </p:nvSpPr>
        <p:spPr>
          <a:xfrm>
            <a:off x="533400" y="6324600"/>
            <a:ext cx="3657600" cy="304800"/>
          </a:xfrm>
        </p:spPr>
        <p:txBody>
          <a:bodyPr anchor="t" anchorCtr="0"/>
          <a:lstStyle>
            <a:lvl1pPr marL="0" marR="0" indent="0" algn="r" eaLnBrk="1" latinLnBrk="0" hangingPunct="1">
              <a:buFontTx/>
              <a:buNone/>
              <a:defRPr kumimoji="0" lang="ar-SA" sz="1600" baseline="0"/>
            </a:lvl1pPr>
            <a:extLst/>
          </a:lstStyle>
          <a:p>
            <a:pPr lvl="0" algn="r" rtl="1"/>
            <a:r>
              <a:rPr kumimoji="0" lang="ar-SA"/>
              <a:t>انقر لإضافة تسمية توضيحية</a:t>
            </a:r>
          </a:p>
        </p:txBody>
      </p:sp>
      <p:sp>
        <p:nvSpPr>
          <p:cNvPr id="3" name="Picture Placeholder 2"/>
          <p:cNvSpPr>
            <a:spLocks noGrp="1"/>
          </p:cNvSpPr>
          <p:nvPr>
            <p:ph type="pic" sz="quarter" idx="17"/>
          </p:nvPr>
        </p:nvSpPr>
        <p:spPr>
          <a:xfrm>
            <a:off x="4267200" y="685800"/>
            <a:ext cx="3657600" cy="2743200"/>
          </a:xfrm>
          <a:prstGeom prst="rect">
            <a:avLst/>
          </a:prstGeo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21" name="Picture Placeholder 20"/>
          <p:cNvSpPr>
            <a:spLocks noGrp="1"/>
          </p:cNvSpPr>
          <p:nvPr>
            <p:ph type="pic" sz="quarter" idx="18"/>
          </p:nvPr>
        </p:nvSpPr>
        <p:spPr>
          <a:xfrm>
            <a:off x="533400" y="3505200"/>
            <a:ext cx="3657600" cy="2743200"/>
          </a:xfrm>
          <a:prstGeom prst="rect">
            <a:avLst/>
          </a:prstGeo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6" name="Picture Placeholder 5"/>
          <p:cNvSpPr>
            <a:spLocks noGrp="1"/>
          </p:cNvSpPr>
          <p:nvPr>
            <p:ph type="pic" sz="quarter" idx="19"/>
          </p:nvPr>
        </p:nvSpPr>
        <p:spPr>
          <a:xfrm>
            <a:off x="4267200" y="3505200"/>
            <a:ext cx="3657600" cy="2743200"/>
          </a:xfrm>
          <a:prstGeom prst="rect">
            <a:avLst/>
          </a:prstGeo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8" name="Text Placeholder 17"/>
          <p:cNvSpPr>
            <a:spLocks noGrp="1"/>
          </p:cNvSpPr>
          <p:nvPr>
            <p:ph type="body" sz="quarter" idx="22" hasCustomPrompt="1"/>
          </p:nvPr>
        </p:nvSpPr>
        <p:spPr>
          <a:xfrm>
            <a:off x="533400" y="304800"/>
            <a:ext cx="3657600" cy="304800"/>
          </a:xfrm>
        </p:spPr>
        <p:txBody>
          <a:bodyPr anchor="t" anchorCtr="0"/>
          <a:lstStyle>
            <a:lvl1pPr marL="0" marR="0" indent="0" algn="r" eaLnBrk="1" latinLnBrk="0" hangingPunct="1">
              <a:buFontTx/>
              <a:buNone/>
              <a:defRPr kumimoji="0" lang="ar-SA" sz="1600" baseline="0"/>
            </a:lvl1pPr>
            <a:extLst/>
          </a:lstStyle>
          <a:p>
            <a:pPr lvl="0" algn="r" rtl="1"/>
            <a:r>
              <a:rPr kumimoji="0" lang="ar-SA"/>
              <a:t>انقر لإضافة تسمية توضيحية</a:t>
            </a:r>
          </a:p>
        </p:txBody>
      </p:sp>
      <p:sp>
        <p:nvSpPr>
          <p:cNvPr id="5" name="Text Placeholder 4"/>
          <p:cNvSpPr>
            <a:spLocks noGrp="1"/>
          </p:cNvSpPr>
          <p:nvPr>
            <p:ph type="body" sz="quarter" idx="23" hasCustomPrompt="1"/>
          </p:nvPr>
        </p:nvSpPr>
        <p:spPr>
          <a:xfrm>
            <a:off x="4267200" y="6324600"/>
            <a:ext cx="3657600" cy="304800"/>
          </a:xfrm>
        </p:spPr>
        <p:txBody>
          <a:bodyPr anchor="t" anchorCtr="0"/>
          <a:lstStyle>
            <a:lvl1pPr marL="0" marR="0" indent="0" algn="r" eaLnBrk="1" latinLnBrk="0" hangingPunct="1">
              <a:buFontTx/>
              <a:buNone/>
              <a:defRPr kumimoji="0" lang="ar-SA" sz="1600" baseline="0"/>
            </a:lvl1pPr>
            <a:extLst/>
          </a:lstStyle>
          <a:p>
            <a:pPr lvl="0" algn="r" rtl="1"/>
            <a:r>
              <a:rPr kumimoji="0" lang="ar-SA"/>
              <a:t>انقر لإضافة تسمية توضيحية</a:t>
            </a:r>
          </a:p>
        </p:txBody>
      </p:sp>
      <p:sp>
        <p:nvSpPr>
          <p:cNvPr id="4" name="Text Placeholder 3"/>
          <p:cNvSpPr>
            <a:spLocks noGrp="1"/>
          </p:cNvSpPr>
          <p:nvPr>
            <p:ph type="body" sz="quarter" idx="24" hasCustomPrompt="1"/>
          </p:nvPr>
        </p:nvSpPr>
        <p:spPr>
          <a:xfrm>
            <a:off x="4267200" y="304800"/>
            <a:ext cx="3657600" cy="304800"/>
          </a:xfrm>
        </p:spPr>
        <p:txBody>
          <a:bodyPr anchor="t" anchorCtr="0"/>
          <a:lstStyle>
            <a:lvl1pPr marL="0" marR="0" indent="0" algn="r" eaLnBrk="1" latinLnBrk="0" hangingPunct="1">
              <a:buFontTx/>
              <a:buNone/>
              <a:defRPr kumimoji="0" lang="ar-SA" sz="1600" baseline="0"/>
            </a:lvl1pPr>
            <a:extLst/>
          </a:lstStyle>
          <a:p>
            <a:pPr lvl="0" algn="r" rtl="1"/>
            <a:r>
              <a:rPr kumimoji="0" lang="ar-SA"/>
              <a:t>انقر لإضافة تسمية توضيحية</a:t>
            </a:r>
          </a:p>
        </p:txBody>
      </p:sp>
      <p:sp>
        <p:nvSpPr>
          <p:cNvPr id="10" name="Rectangle 9"/>
          <p:cNvSpPr>
            <a:spLocks noGrp="1"/>
          </p:cNvSpPr>
          <p:nvPr>
            <p:ph type="dt" sz="half" idx="25"/>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11" name="Rectangle 10"/>
          <p:cNvSpPr>
            <a:spLocks noGrp="1"/>
          </p:cNvSpPr>
          <p:nvPr>
            <p:ph type="sldNum" sz="quarter" idx="26"/>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12" name="Rectangle 11"/>
          <p:cNvSpPr>
            <a:spLocks noGrp="1"/>
          </p:cNvSpPr>
          <p:nvPr>
            <p:ph type="ftr" sz="quarter" idx="27"/>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1161868364"/>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4 عمودي لأعلى ذو تسمية توضيحية كبيرة">
    <p:spTree>
      <p:nvGrpSpPr>
        <p:cNvPr id="1" name=""/>
        <p:cNvGrpSpPr/>
        <p:nvPr/>
      </p:nvGrpSpPr>
      <p:grpSpPr>
        <a:xfrm>
          <a:off x="0" y="0"/>
          <a:ext cx="0" cy="0"/>
          <a:chOff x="0" y="0"/>
          <a:chExt cx="0" cy="0"/>
        </a:xfrm>
      </p:grpSpPr>
      <p:sp>
        <p:nvSpPr>
          <p:cNvPr id="22" name="Picture Placeholder 21"/>
          <p:cNvSpPr>
            <a:spLocks noGrp="1" noChangeAspect="1"/>
          </p:cNvSpPr>
          <p:nvPr>
            <p:ph type="pic" sz="quarter" idx="14"/>
          </p:nvPr>
        </p:nvSpPr>
        <p:spPr>
          <a:xfrm>
            <a:off x="228600" y="416356"/>
            <a:ext cx="2006651" cy="2675534"/>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28" name="Picture Placeholder 27"/>
          <p:cNvSpPr>
            <a:spLocks noGrp="1" noChangeAspect="1"/>
          </p:cNvSpPr>
          <p:nvPr>
            <p:ph type="pic" sz="quarter" idx="31"/>
          </p:nvPr>
        </p:nvSpPr>
        <p:spPr>
          <a:xfrm>
            <a:off x="4343400" y="416356"/>
            <a:ext cx="2006651" cy="2675534"/>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4" name="Picture Placeholder 3"/>
          <p:cNvSpPr>
            <a:spLocks noGrp="1" noChangeAspect="1"/>
          </p:cNvSpPr>
          <p:nvPr>
            <p:ph type="pic" sz="quarter" idx="30"/>
          </p:nvPr>
        </p:nvSpPr>
        <p:spPr>
          <a:xfrm>
            <a:off x="2286000" y="416356"/>
            <a:ext cx="2006651" cy="2675534"/>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6" name="Picture Placeholder 5"/>
          <p:cNvSpPr>
            <a:spLocks noGrp="1" noChangeAspect="1"/>
          </p:cNvSpPr>
          <p:nvPr>
            <p:ph type="pic" sz="quarter" idx="32"/>
          </p:nvPr>
        </p:nvSpPr>
        <p:spPr>
          <a:xfrm>
            <a:off x="6400800" y="416356"/>
            <a:ext cx="2006651" cy="2675534"/>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31" name="Text Placeholder 30"/>
          <p:cNvSpPr>
            <a:spLocks noGrp="1"/>
          </p:cNvSpPr>
          <p:nvPr>
            <p:ph type="body" sz="quarter" idx="29" hasCustomPrompt="1"/>
          </p:nvPr>
        </p:nvSpPr>
        <p:spPr>
          <a:xfrm>
            <a:off x="228600" y="3352800"/>
            <a:ext cx="8153400" cy="3048000"/>
          </a:xfrm>
        </p:spPr>
        <p:txBody>
          <a:bodyPr anchor="t" anchorCtr="0"/>
          <a:lstStyle>
            <a:lvl1pPr marL="0" marR="0" indent="0" algn="r" eaLnBrk="1" latinLnBrk="0" hangingPunct="1">
              <a:buFontTx/>
              <a:buNone/>
              <a:defRPr kumimoji="0" lang="ar-SA" sz="2800" baseline="0"/>
            </a:lvl1pPr>
            <a:extLst/>
          </a:lstStyle>
          <a:p>
            <a:pPr lvl="0" algn="r" rtl="1"/>
            <a:r>
              <a:rPr kumimoji="0" lang="ar-SA"/>
              <a:t>انقر لإضافة تسمية توضيحية</a:t>
            </a:r>
          </a:p>
        </p:txBody>
      </p:sp>
      <p:sp>
        <p:nvSpPr>
          <p:cNvPr id="7" name="Rectangle 6"/>
          <p:cNvSpPr>
            <a:spLocks noGrp="1"/>
          </p:cNvSpPr>
          <p:nvPr>
            <p:ph type="dt" sz="half" idx="33"/>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8" name="Rectangle 7"/>
          <p:cNvSpPr>
            <a:spLocks noGrp="1"/>
          </p:cNvSpPr>
          <p:nvPr>
            <p:ph type="sldNum" sz="quarter" idx="34"/>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9" name="Rectangle 8"/>
          <p:cNvSpPr>
            <a:spLocks noGrp="1"/>
          </p:cNvSpPr>
          <p:nvPr>
            <p:ph type="ftr" sz="quarter" idx="35"/>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2560187426"/>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4 لأعلى: 1 عمودي مع 3 أفقي">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343292" y="257665"/>
            <a:ext cx="4764388" cy="6352520"/>
          </a:xfrm>
          <a:prstGeom prst="rect">
            <a:avLst/>
          </a:prstGeo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26" name="Picture Placeholder 25"/>
          <p:cNvSpPr>
            <a:spLocks noGrp="1"/>
          </p:cNvSpPr>
          <p:nvPr>
            <p:ph type="pic" sz="quarter" idx="18"/>
          </p:nvPr>
        </p:nvSpPr>
        <p:spPr>
          <a:xfrm>
            <a:off x="5446340" y="257665"/>
            <a:ext cx="2670050" cy="2002536"/>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4" name="Picture Placeholder 13"/>
          <p:cNvSpPr>
            <a:spLocks noGrp="1"/>
          </p:cNvSpPr>
          <p:nvPr>
            <p:ph type="pic" sz="quarter" idx="22"/>
          </p:nvPr>
        </p:nvSpPr>
        <p:spPr>
          <a:xfrm>
            <a:off x="5446340" y="2432657"/>
            <a:ext cx="2670050" cy="2002536"/>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3" name="Picture Placeholder 12"/>
          <p:cNvSpPr>
            <a:spLocks noGrp="1"/>
          </p:cNvSpPr>
          <p:nvPr>
            <p:ph type="pic" sz="quarter" idx="23"/>
          </p:nvPr>
        </p:nvSpPr>
        <p:spPr>
          <a:xfrm>
            <a:off x="5446340" y="4607649"/>
            <a:ext cx="2670050" cy="2002536"/>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6" name="Rectangle 5"/>
          <p:cNvSpPr>
            <a:spLocks noGrp="1"/>
          </p:cNvSpPr>
          <p:nvPr>
            <p:ph type="dt" sz="half" idx="24"/>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7" name="Rectangle 6"/>
          <p:cNvSpPr>
            <a:spLocks noGrp="1"/>
          </p:cNvSpPr>
          <p:nvPr>
            <p:ph type="sldNum" sz="quarter" idx="25"/>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8" name="Rectangle 7"/>
          <p:cNvSpPr>
            <a:spLocks noGrp="1"/>
          </p:cNvSpPr>
          <p:nvPr>
            <p:ph type="ftr" sz="quarter" idx="26"/>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2355940917"/>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5 لأعلى: 3 أفقي مع 2 عمودي">
    <p:spTree>
      <p:nvGrpSpPr>
        <p:cNvPr id="1" name=""/>
        <p:cNvGrpSpPr/>
        <p:nvPr/>
      </p:nvGrpSpPr>
      <p:grpSpPr>
        <a:xfrm>
          <a:off x="0" y="0"/>
          <a:ext cx="0" cy="0"/>
          <a:chOff x="0" y="0"/>
          <a:chExt cx="0" cy="0"/>
        </a:xfrm>
      </p:grpSpPr>
      <p:sp>
        <p:nvSpPr>
          <p:cNvPr id="19" name="Picture Placeholder 18"/>
          <p:cNvSpPr>
            <a:spLocks noGrp="1"/>
          </p:cNvSpPr>
          <p:nvPr>
            <p:ph type="pic" sz="quarter" idx="14"/>
          </p:nvPr>
        </p:nvSpPr>
        <p:spPr>
          <a:xfrm>
            <a:off x="228600" y="3429000"/>
            <a:ext cx="2070154" cy="3124200"/>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2" name="Picture Placeholder 11"/>
          <p:cNvSpPr>
            <a:spLocks noGrp="1"/>
          </p:cNvSpPr>
          <p:nvPr>
            <p:ph type="pic" sz="quarter" idx="17"/>
          </p:nvPr>
        </p:nvSpPr>
        <p:spPr>
          <a:xfrm>
            <a:off x="2438400" y="228600"/>
            <a:ext cx="5562600" cy="4171950"/>
          </a:xfrm>
          <a:prstGeom prst="rect">
            <a:avLst/>
          </a:prstGeo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5" name="Picture Placeholder 14"/>
          <p:cNvSpPr>
            <a:spLocks noGrp="1"/>
          </p:cNvSpPr>
          <p:nvPr>
            <p:ph type="pic" sz="quarter" idx="26"/>
          </p:nvPr>
        </p:nvSpPr>
        <p:spPr>
          <a:xfrm>
            <a:off x="228600" y="228600"/>
            <a:ext cx="2070154" cy="3124200"/>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31" name="Picture Placeholder 30"/>
          <p:cNvSpPr>
            <a:spLocks noGrp="1"/>
          </p:cNvSpPr>
          <p:nvPr>
            <p:ph type="pic" sz="quarter" idx="27"/>
          </p:nvPr>
        </p:nvSpPr>
        <p:spPr>
          <a:xfrm>
            <a:off x="5257800" y="4495800"/>
            <a:ext cx="2743200" cy="2057400"/>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7" name="Picture Placeholder 16"/>
          <p:cNvSpPr>
            <a:spLocks noGrp="1"/>
          </p:cNvSpPr>
          <p:nvPr>
            <p:ph type="pic" sz="quarter" idx="28"/>
          </p:nvPr>
        </p:nvSpPr>
        <p:spPr>
          <a:xfrm>
            <a:off x="2438400" y="4495800"/>
            <a:ext cx="2743200" cy="2057400"/>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7" name="Rectangle 6"/>
          <p:cNvSpPr>
            <a:spLocks noGrp="1"/>
          </p:cNvSpPr>
          <p:nvPr>
            <p:ph type="dt" sz="half" idx="29"/>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8" name="Rectangle 7"/>
          <p:cNvSpPr>
            <a:spLocks noGrp="1"/>
          </p:cNvSpPr>
          <p:nvPr>
            <p:ph type="sldNum" sz="quarter" idx="30"/>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9" name="Rectangle 8"/>
          <p:cNvSpPr>
            <a:spLocks noGrp="1"/>
          </p:cNvSpPr>
          <p:nvPr>
            <p:ph type="ftr" sz="quarter" idx="31"/>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2993726042"/>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5 لأعلى: 2 أفقي مع 3 عمودي">
    <p:spTree>
      <p:nvGrpSpPr>
        <p:cNvPr id="1" name=""/>
        <p:cNvGrpSpPr/>
        <p:nvPr/>
      </p:nvGrpSpPr>
      <p:grpSpPr>
        <a:xfrm>
          <a:off x="0" y="0"/>
          <a:ext cx="0" cy="0"/>
          <a:chOff x="0" y="0"/>
          <a:chExt cx="0" cy="0"/>
        </a:xfrm>
      </p:grpSpPr>
      <p:sp>
        <p:nvSpPr>
          <p:cNvPr id="9" name="Picture Placeholder 8"/>
          <p:cNvSpPr>
            <a:spLocks noGrp="1"/>
          </p:cNvSpPr>
          <p:nvPr>
            <p:ph type="pic" sz="quarter" idx="26"/>
          </p:nvPr>
        </p:nvSpPr>
        <p:spPr>
          <a:xfrm>
            <a:off x="228600" y="228600"/>
            <a:ext cx="2606040" cy="3474720"/>
          </a:xfrm>
          <a:prstGeom prst="rect">
            <a:avLst/>
          </a:prstGeo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7" name="Picture Placeholder 6"/>
          <p:cNvSpPr>
            <a:spLocks noGrp="1"/>
          </p:cNvSpPr>
          <p:nvPr>
            <p:ph type="pic" sz="quarter" idx="29"/>
          </p:nvPr>
        </p:nvSpPr>
        <p:spPr>
          <a:xfrm>
            <a:off x="228600" y="3867150"/>
            <a:ext cx="3962400" cy="2743200"/>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27" name="Picture Placeholder 26"/>
          <p:cNvSpPr>
            <a:spLocks noGrp="1"/>
          </p:cNvSpPr>
          <p:nvPr>
            <p:ph type="pic" sz="quarter" idx="30"/>
          </p:nvPr>
        </p:nvSpPr>
        <p:spPr>
          <a:xfrm>
            <a:off x="4419600" y="3867150"/>
            <a:ext cx="3962400" cy="2743200"/>
          </a:xfrm>
          <a:prstGeom prst="rect">
            <a:avLst/>
          </a:prstGeom>
          <a:solidFill>
            <a:schemeClr val="bg1"/>
          </a:solidFill>
          <a:ln w="34925" cap="rnd" cmpd="sng" algn="ctr">
            <a:noFill/>
            <a:prstDash val="solid"/>
          </a:ln>
        </p:spPr>
        <p:style>
          <a:lnRef idx="3">
            <a:schemeClr val="lt1"/>
          </a:lnRef>
          <a:fillRef idx="1">
            <a:schemeClr val="accent3"/>
          </a:fillRef>
          <a:effectRef idx="1">
            <a:schemeClr val="accent3"/>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4" name="Picture Placeholder 13"/>
          <p:cNvSpPr>
            <a:spLocks noGrp="1"/>
          </p:cNvSpPr>
          <p:nvPr>
            <p:ph type="pic" sz="quarter" idx="27"/>
          </p:nvPr>
        </p:nvSpPr>
        <p:spPr>
          <a:xfrm>
            <a:off x="3009900" y="228600"/>
            <a:ext cx="2606040" cy="3474720"/>
          </a:xfrm>
          <a:prstGeom prst="rect">
            <a:avLst/>
          </a:prstGeo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12" name="Picture Placeholder 11"/>
          <p:cNvSpPr>
            <a:spLocks noGrp="1"/>
          </p:cNvSpPr>
          <p:nvPr>
            <p:ph type="pic" sz="quarter" idx="28"/>
          </p:nvPr>
        </p:nvSpPr>
        <p:spPr>
          <a:xfrm>
            <a:off x="5791200" y="228600"/>
            <a:ext cx="2606040" cy="3474720"/>
          </a:xfrm>
          <a:prstGeom prst="rect">
            <a:avLst/>
          </a:prstGeo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a:lstStyle>
            <a:lvl1pPr marL="342900" indent="-342900" algn="r" rtl="0" eaLnBrk="1" latinLnBrk="0" hangingPunct="1">
              <a:spcBef>
                <a:spcPct val="20000"/>
              </a:spcBef>
              <a:defRPr kumimoji="0" lang="ar-SA" sz="2000">
                <a:solidFill>
                  <a:schemeClr val="tx2"/>
                </a:solidFill>
                <a:latin typeface="+mn-lt"/>
                <a:ea typeface="+mn-ea"/>
                <a:cs typeface="+mn-cs"/>
              </a:defRPr>
            </a:lvl1pPr>
            <a:extLst/>
          </a:lstStyle>
          <a:p>
            <a:pPr marL="342900" indent="-342900" algn="ctr" rtl="1" eaLnBrk="1" latinLnBrk="0" hangingPunct="1"/>
            <a:r>
              <a:rPr lang="ar-SA" smtClean="0"/>
              <a:t>انقر فوق الرمز لإضافة صورة</a:t>
            </a:r>
            <a:endParaRPr/>
          </a:p>
        </p:txBody>
      </p:sp>
      <p:sp>
        <p:nvSpPr>
          <p:cNvPr id="8" name="Rectangle 7"/>
          <p:cNvSpPr>
            <a:spLocks noGrp="1"/>
          </p:cNvSpPr>
          <p:nvPr>
            <p:ph type="dt" sz="half" idx="31"/>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10" name="Rectangle 9"/>
          <p:cNvSpPr>
            <a:spLocks noGrp="1"/>
          </p:cNvSpPr>
          <p:nvPr>
            <p:ph type="sldNum" sz="quarter" idx="32"/>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11" name="Rectangle 10"/>
          <p:cNvSpPr>
            <a:spLocks noGrp="1"/>
          </p:cNvSpPr>
          <p:nvPr>
            <p:ph type="ftr" sz="quarter" idx="33"/>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2118187443"/>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مربع ذو تسمية توضيحية">
    <p:spTree>
      <p:nvGrpSpPr>
        <p:cNvPr id="1" name=""/>
        <p:cNvGrpSpPr/>
        <p:nvPr/>
      </p:nvGrpSpPr>
      <p:grpSpPr>
        <a:xfrm>
          <a:off x="0" y="0"/>
          <a:ext cx="0" cy="0"/>
          <a:chOff x="0" y="0"/>
          <a:chExt cx="0" cy="0"/>
        </a:xfrm>
      </p:grpSpPr>
      <p:sp>
        <p:nvSpPr>
          <p:cNvPr id="6" name="Picture Placeholder 5"/>
          <p:cNvSpPr>
            <a:spLocks noGrp="1" noChangeAspect="1"/>
          </p:cNvSpPr>
          <p:nvPr>
            <p:ph type="pic" sz="quarter" idx="13"/>
          </p:nvPr>
        </p:nvSpPr>
        <p:spPr>
          <a:xfrm>
            <a:off x="2133600" y="762000"/>
            <a:ext cx="4873334" cy="4876800"/>
          </a:xfr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vert="horz" anchor="t">
            <a:normAutofit/>
          </a:bodyPr>
          <a:lstStyle>
            <a:lvl1pPr marL="342900" marR="0" indent="-342900" algn="r" rtl="0" eaLnBrk="1" latinLnBrk="0" hangingPunct="1">
              <a:spcBef>
                <a:spcPct val="20000"/>
              </a:spcBef>
              <a:buFontTx/>
              <a:buNone/>
              <a:defRPr kumimoji="0" lang="ar-SA" sz="2000" i="0">
                <a:solidFill>
                  <a:schemeClr val="tx2"/>
                </a:solidFill>
                <a:latin typeface="+mn-lt"/>
                <a:ea typeface="+mn-ea"/>
                <a:cs typeface="+mn-cs"/>
              </a:defRPr>
            </a:lvl1pPr>
            <a:extLst/>
          </a:lstStyle>
          <a:p>
            <a:pPr marL="0" marR="0" indent="1588" algn="ctr" rtl="1" eaLnBrk="1" latinLnBrk="0" hangingPunct="1"/>
            <a:r>
              <a:rPr lang="ar-SA" smtClean="0"/>
              <a:t>انقر فوق الرمز لإضافة صورة</a:t>
            </a:r>
            <a:endParaRPr/>
          </a:p>
        </p:txBody>
      </p:sp>
      <p:sp>
        <p:nvSpPr>
          <p:cNvPr id="7" name="Text Placeholder 6"/>
          <p:cNvSpPr>
            <a:spLocks noGrp="1"/>
          </p:cNvSpPr>
          <p:nvPr>
            <p:ph type="body" sz="quarter" idx="15" hasCustomPrompt="1"/>
          </p:nvPr>
        </p:nvSpPr>
        <p:spPr>
          <a:xfrm>
            <a:off x="2133600" y="5715000"/>
            <a:ext cx="4876800" cy="838200"/>
          </a:xfrm>
        </p:spPr>
        <p:txBody>
          <a:bodyPr tIns="91440" rIns="9144" bIns="91440" anchor="t"/>
          <a:lstStyle>
            <a:lvl1pPr marL="0" marR="0" indent="0" algn="r" eaLnBrk="1" latinLnBrk="0" hangingPunct="1">
              <a:buFontTx/>
              <a:buNone/>
              <a:defRPr kumimoji="0" lang="ar-SA" sz="2000" i="0"/>
            </a:lvl1pPr>
            <a:extLst/>
          </a:lstStyle>
          <a:p>
            <a:pPr lvl="0" algn="r" rtl="1"/>
            <a:r>
              <a:rPr kumimoji="0" lang="ar-SA"/>
              <a:t>انقر لإضافة تسمية توضيحية</a:t>
            </a:r>
          </a:p>
        </p:txBody>
      </p:sp>
      <p:sp>
        <p:nvSpPr>
          <p:cNvPr id="8" name="Rectangle 7"/>
          <p:cNvSpPr>
            <a:spLocks noGrp="1"/>
          </p:cNvSpPr>
          <p:nvPr>
            <p:ph type="dt" sz="half" idx="16"/>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9" name="Rectangle 8"/>
          <p:cNvSpPr>
            <a:spLocks noGrp="1"/>
          </p:cNvSpPr>
          <p:nvPr>
            <p:ph type="sldNum" sz="quarter" idx="17"/>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10" name="Rectangle 9"/>
          <p:cNvSpPr>
            <a:spLocks noGrp="1"/>
          </p:cNvSpPr>
          <p:nvPr>
            <p:ph type="ftr" sz="quarter" idx="18"/>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1506145447"/>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 مربع لأعلى ذو تسمية توضيحية">
    <p:spTree>
      <p:nvGrpSpPr>
        <p:cNvPr id="1" name=""/>
        <p:cNvGrpSpPr/>
        <p:nvPr/>
      </p:nvGrpSpPr>
      <p:grpSpPr>
        <a:xfrm>
          <a:off x="0" y="0"/>
          <a:ext cx="0" cy="0"/>
          <a:chOff x="0" y="0"/>
          <a:chExt cx="0" cy="0"/>
        </a:xfrm>
      </p:grpSpPr>
      <p:sp>
        <p:nvSpPr>
          <p:cNvPr id="6" name="Picture Placeholder 5"/>
          <p:cNvSpPr>
            <a:spLocks noGrp="1" noChangeAspect="1"/>
          </p:cNvSpPr>
          <p:nvPr>
            <p:ph type="pic" sz="quarter" idx="13"/>
          </p:nvPr>
        </p:nvSpPr>
        <p:spPr>
          <a:xfrm>
            <a:off x="4955273" y="1371600"/>
            <a:ext cx="3198127" cy="3200400"/>
          </a:xfr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vert="horz" anchor="t">
            <a:normAutofit/>
          </a:bodyPr>
          <a:lstStyle>
            <a:lvl1pPr marL="0" marR="0" indent="1588" algn="r" rtl="0" eaLnBrk="1" latinLnBrk="0" hangingPunct="1">
              <a:spcBef>
                <a:spcPct val="20000"/>
              </a:spcBef>
              <a:buFontTx/>
              <a:buNone/>
              <a:defRPr kumimoji="0" lang="ar-SA" sz="2400" i="0">
                <a:solidFill>
                  <a:schemeClr val="tx2"/>
                </a:solidFill>
                <a:latin typeface="+mn-lt"/>
                <a:ea typeface="+mn-ea"/>
                <a:cs typeface="+mn-cs"/>
              </a:defRPr>
            </a:lvl1pPr>
            <a:extLst/>
          </a:lstStyle>
          <a:p>
            <a:pPr marL="0" marR="0" indent="1588" algn="ctr" rtl="1" eaLnBrk="1" latinLnBrk="0" hangingPunct="1"/>
            <a:r>
              <a:rPr lang="ar-SA" smtClean="0"/>
              <a:t>انقر فوق الرمز لإضافة صورة</a:t>
            </a:r>
            <a:endParaRPr/>
          </a:p>
        </p:txBody>
      </p:sp>
      <p:sp>
        <p:nvSpPr>
          <p:cNvPr id="7" name="Picture Placeholder 6"/>
          <p:cNvSpPr>
            <a:spLocks noGrp="1" noChangeAspect="1"/>
          </p:cNvSpPr>
          <p:nvPr>
            <p:ph type="pic" sz="quarter" idx="14"/>
          </p:nvPr>
        </p:nvSpPr>
        <p:spPr>
          <a:xfrm>
            <a:off x="1145273" y="1371600"/>
            <a:ext cx="3198127" cy="3200400"/>
          </a:xfr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vert="horz" anchor="t">
            <a:normAutofit/>
          </a:bodyPr>
          <a:lstStyle>
            <a:lvl1pPr marL="342900" marR="0" indent="-342900" algn="r" rtl="0" eaLnBrk="1" latinLnBrk="0" hangingPunct="1">
              <a:spcBef>
                <a:spcPct val="20000"/>
              </a:spcBef>
              <a:buFontTx/>
              <a:buNone/>
              <a:defRPr kumimoji="0" lang="ar-SA" sz="2000" i="0">
                <a:solidFill>
                  <a:schemeClr val="tx2"/>
                </a:solidFill>
                <a:latin typeface="+mn-lt"/>
                <a:ea typeface="+mn-ea"/>
                <a:cs typeface="+mn-cs"/>
              </a:defRPr>
            </a:lvl1pPr>
            <a:extLst/>
          </a:lstStyle>
          <a:p>
            <a:pPr marL="0" marR="0" indent="1588" algn="ctr" rtl="1" eaLnBrk="1" latinLnBrk="0" hangingPunct="1"/>
            <a:r>
              <a:rPr lang="ar-SA" smtClean="0"/>
              <a:t>انقر فوق الرمز لإضافة صورة</a:t>
            </a:r>
            <a:endParaRPr/>
          </a:p>
        </p:txBody>
      </p:sp>
      <p:sp>
        <p:nvSpPr>
          <p:cNvPr id="8" name="Text Placeholder 7"/>
          <p:cNvSpPr>
            <a:spLocks noGrp="1"/>
          </p:cNvSpPr>
          <p:nvPr>
            <p:ph type="body" sz="quarter" idx="15" hasCustomPrompt="1"/>
          </p:nvPr>
        </p:nvSpPr>
        <p:spPr>
          <a:xfrm>
            <a:off x="4953000" y="4648200"/>
            <a:ext cx="3200400" cy="1295400"/>
          </a:xfrm>
        </p:spPr>
        <p:txBody>
          <a:bodyPr tIns="91440" rIns="9144" bIns="91440" anchor="t"/>
          <a:lstStyle>
            <a:lvl1pPr marL="0" marR="0" indent="0" algn="r" eaLnBrk="1" latinLnBrk="0" hangingPunct="1">
              <a:buFontTx/>
              <a:buNone/>
              <a:defRPr kumimoji="0" lang="ar-SA" sz="2000" i="0"/>
            </a:lvl1pPr>
            <a:extLst/>
          </a:lstStyle>
          <a:p>
            <a:pPr lvl="0" algn="r" rtl="1"/>
            <a:r>
              <a:rPr kumimoji="0" lang="ar-SA"/>
              <a:t>انقر لإضافة تسمية توضيحية</a:t>
            </a:r>
          </a:p>
        </p:txBody>
      </p:sp>
      <p:sp>
        <p:nvSpPr>
          <p:cNvPr id="9" name="Text Placeholder 8"/>
          <p:cNvSpPr>
            <a:spLocks noGrp="1"/>
          </p:cNvSpPr>
          <p:nvPr>
            <p:ph type="body" sz="quarter" idx="16" hasCustomPrompt="1"/>
          </p:nvPr>
        </p:nvSpPr>
        <p:spPr>
          <a:xfrm>
            <a:off x="1143000" y="4648200"/>
            <a:ext cx="3200400" cy="1295400"/>
          </a:xfrm>
        </p:spPr>
        <p:txBody>
          <a:bodyPr tIns="91440" rIns="9144" bIns="91440" anchor="t"/>
          <a:lstStyle>
            <a:lvl1pPr marL="0" marR="0" indent="0" algn="r" eaLnBrk="1" latinLnBrk="0" hangingPunct="1">
              <a:buFontTx/>
              <a:buNone/>
              <a:defRPr kumimoji="0" lang="ar-SA" sz="2000" i="0"/>
            </a:lvl1pPr>
            <a:extLst/>
          </a:lstStyle>
          <a:p>
            <a:pPr lvl="0" algn="r" rtl="1"/>
            <a:r>
              <a:rPr kumimoji="0" lang="ar-SA"/>
              <a:t>انقر لإضافة تسمية توضيحية</a:t>
            </a:r>
          </a:p>
        </p:txBody>
      </p:sp>
      <p:sp>
        <p:nvSpPr>
          <p:cNvPr id="10" name="Rectangle 9"/>
          <p:cNvSpPr>
            <a:spLocks noGrp="1"/>
          </p:cNvSpPr>
          <p:nvPr>
            <p:ph type="dt" sz="half" idx="17"/>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11" name="Rectangle 10"/>
          <p:cNvSpPr>
            <a:spLocks noGrp="1"/>
          </p:cNvSpPr>
          <p:nvPr>
            <p:ph type="sldNum" sz="quarter" idx="18"/>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12" name="Rectangle 11"/>
          <p:cNvSpPr>
            <a:spLocks noGrp="1"/>
          </p:cNvSpPr>
          <p:nvPr>
            <p:ph type="ftr" sz="quarter" idx="19"/>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907027767"/>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بانوراما ذات تسمية توضيحية">
    <p:spTree>
      <p:nvGrpSpPr>
        <p:cNvPr id="1" name=""/>
        <p:cNvGrpSpPr/>
        <p:nvPr/>
      </p:nvGrpSpPr>
      <p:grpSpPr>
        <a:xfrm>
          <a:off x="0" y="0"/>
          <a:ext cx="0" cy="0"/>
          <a:chOff x="0" y="0"/>
          <a:chExt cx="0" cy="0"/>
        </a:xfrm>
      </p:grpSpPr>
      <p:sp>
        <p:nvSpPr>
          <p:cNvPr id="6" name="Picture Placeholder 5"/>
          <p:cNvSpPr>
            <a:spLocks noGrp="1"/>
          </p:cNvSpPr>
          <p:nvPr>
            <p:ph type="pic" sz="quarter" idx="30"/>
          </p:nvPr>
        </p:nvSpPr>
        <p:spPr>
          <a:xfrm>
            <a:off x="228600" y="1524000"/>
            <a:ext cx="8229600" cy="2743200"/>
          </a:xfrm>
          <a:prstGeom prst="rect">
            <a:avLst/>
          </a:prstGeom>
          <a:solidFill>
            <a:schemeClr val="bg1"/>
          </a:solidFill>
          <a:ln w="34925" cap="rnd" cmpd="sng" algn="ctr">
            <a:noFill/>
            <a:prstDash val="solid"/>
          </a:ln>
        </p:spPr>
        <p:style>
          <a:lnRef idx="3">
            <a:schemeClr val="lt1"/>
          </a:lnRef>
          <a:fillRef idx="1">
            <a:schemeClr val="accent5"/>
          </a:fillRef>
          <a:effectRef idx="1">
            <a:schemeClr val="accent5"/>
          </a:effectRef>
          <a:fontRef idx="minor">
            <a:schemeClr val="lt1"/>
          </a:fontRef>
        </p:style>
        <p:txBody>
          <a:bodyPr vert="horz" anchor="t">
            <a:normAutofit/>
          </a:bodyPr>
          <a:lstStyle>
            <a:lvl1pPr marL="342900" marR="0" indent="-342900" algn="r" rtl="0" eaLnBrk="1" latinLnBrk="0" hangingPunct="1">
              <a:spcBef>
                <a:spcPct val="20000"/>
              </a:spcBef>
              <a:buFontTx/>
              <a:buNone/>
              <a:defRPr kumimoji="0" lang="ar-SA" sz="2000" i="0">
                <a:solidFill>
                  <a:schemeClr val="tx2"/>
                </a:solidFill>
                <a:latin typeface="+mn-lt"/>
                <a:ea typeface="+mn-ea"/>
                <a:cs typeface="+mn-cs"/>
              </a:defRPr>
            </a:lvl1pPr>
            <a:extLst/>
          </a:lstStyle>
          <a:p>
            <a:pPr marL="0" marR="0" indent="0" algn="ctr" rtl="1" eaLnBrk="1" latinLnBrk="0" hangingPunct="1"/>
            <a:r>
              <a:rPr lang="ar-SA" smtClean="0"/>
              <a:t>انقر فوق الرمز لإضافة صورة</a:t>
            </a:r>
            <a:endParaRPr/>
          </a:p>
        </p:txBody>
      </p:sp>
      <p:sp>
        <p:nvSpPr>
          <p:cNvPr id="7" name="Text Placeholder 6"/>
          <p:cNvSpPr>
            <a:spLocks noGrp="1"/>
          </p:cNvSpPr>
          <p:nvPr>
            <p:ph type="body" sz="quarter" idx="31" hasCustomPrompt="1"/>
          </p:nvPr>
        </p:nvSpPr>
        <p:spPr>
          <a:xfrm>
            <a:off x="228600" y="4343400"/>
            <a:ext cx="8229600" cy="1676400"/>
          </a:xfrm>
        </p:spPr>
        <p:txBody>
          <a:bodyPr tIns="91440" rIns="9144" bIns="91440" anchor="t"/>
          <a:lstStyle>
            <a:lvl1pPr marL="0" marR="0" indent="0" algn="r" eaLnBrk="1" latinLnBrk="0" hangingPunct="1">
              <a:buFontTx/>
              <a:buNone/>
              <a:defRPr kumimoji="0" lang="ar-SA" sz="2000" i="0"/>
            </a:lvl1pPr>
            <a:extLst/>
          </a:lstStyle>
          <a:p>
            <a:pPr lvl="0" algn="r" rtl="1"/>
            <a:r>
              <a:rPr kumimoji="0" lang="ar-SA"/>
              <a:t>انقر لإضافة تسمية توضيحية</a:t>
            </a:r>
          </a:p>
        </p:txBody>
      </p:sp>
      <p:sp>
        <p:nvSpPr>
          <p:cNvPr id="8" name="Rectangle 7"/>
          <p:cNvSpPr>
            <a:spLocks noGrp="1"/>
          </p:cNvSpPr>
          <p:nvPr>
            <p:ph type="dt" sz="half" idx="32"/>
          </p:nvPr>
        </p:nvSpPr>
        <p:spPr/>
        <p:txBody>
          <a:bodyPr/>
          <a:lstStyle>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9" name="Rectangle 8"/>
          <p:cNvSpPr>
            <a:spLocks noGrp="1"/>
          </p:cNvSpPr>
          <p:nvPr>
            <p:ph type="sldNum" sz="quarter" idx="33"/>
          </p:nvPr>
        </p:nvSpPr>
        <p:spPr/>
        <p:txBody>
          <a:bodyPr/>
          <a:lstStyle>
            <a:extLst/>
          </a:lstStyle>
          <a:p>
            <a:fld id="{8A4431D5-1B33-458B-8AFD-CECCB0FA18CB}" type="slidenum">
              <a:rPr>
                <a:solidFill>
                  <a:srgbClr val="FFFFFF"/>
                </a:solidFill>
                <a:cs typeface="Arial"/>
              </a:rPr>
              <a:pPr/>
              <a:t>‹#›</a:t>
            </a:fld>
            <a:endParaRPr>
              <a:solidFill>
                <a:prstClr val="white"/>
              </a:solidFill>
              <a:cs typeface="Arial"/>
            </a:endParaRPr>
          </a:p>
        </p:txBody>
      </p:sp>
      <p:sp>
        <p:nvSpPr>
          <p:cNvPr id="10" name="Rectangle 9"/>
          <p:cNvSpPr>
            <a:spLocks noGrp="1"/>
          </p:cNvSpPr>
          <p:nvPr>
            <p:ph type="ftr" sz="quarter" idx="34"/>
          </p:nvPr>
        </p:nvSpPr>
        <p:spPr/>
        <p:txBody>
          <a:bodyPr/>
          <a:lstStyle>
            <a:extLst/>
          </a:lstStyle>
          <a:p>
            <a:pPr rtl="1"/>
            <a:endParaRPr>
              <a:solidFill>
                <a:prstClr val="white"/>
              </a:solidFill>
              <a:cs typeface="Arial"/>
            </a:endParaRPr>
          </a:p>
        </p:txBody>
      </p:sp>
    </p:spTree>
    <p:extLst>
      <p:ext uri="{BB962C8B-B14F-4D97-AF65-F5344CB8AC3E}">
        <p14:creationId xmlns:p14="http://schemas.microsoft.com/office/powerpoint/2010/main" val="3993311624"/>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pPr algn="r" rtl="1" eaLnBrk="1" latinLnBrk="0" hangingPunct="1"/>
            <a:r>
              <a:rPr lang="ar-SA" smtClean="0"/>
              <a:t>انقر لتحرير نمط العنوان الرئيسي</a:t>
            </a:r>
            <a:endParaRPr/>
          </a:p>
        </p:txBody>
      </p:sp>
      <p:sp>
        <p:nvSpPr>
          <p:cNvPr id="3" name="Content Placeholder 2"/>
          <p:cNvSpPr>
            <a:spLocks noGrp="1"/>
          </p:cNvSpPr>
          <p:nvPr>
            <p:ph idx="1"/>
          </p:nvPr>
        </p:nvSpPr>
        <p:spPr/>
        <p:txBody>
          <a:bodyPr/>
          <a:lstStyle>
            <a:extLst/>
          </a:lstStyle>
          <a:p>
            <a:pPr lvl="0" algn="r" rtl="1" eaLnBrk="1" latinLnBrk="0" hangingPunct="1"/>
            <a:r>
              <a:rPr lang="ar-SA" smtClean="0"/>
              <a:t>انقر لتحرير أنماط النص الرئيسي</a:t>
            </a:r>
          </a:p>
          <a:p>
            <a:pPr lvl="1" algn="r" rtl="1" eaLnBrk="1" latinLnBrk="0" hangingPunct="1"/>
            <a:r>
              <a:rPr lang="ar-SA" smtClean="0"/>
              <a:t>المستوى الثاني</a:t>
            </a:r>
          </a:p>
          <a:p>
            <a:pPr lvl="2" algn="r" rtl="1" eaLnBrk="1" latinLnBrk="0" hangingPunct="1"/>
            <a:r>
              <a:rPr lang="ar-SA" smtClean="0"/>
              <a:t>المستوى الثالث</a:t>
            </a:r>
          </a:p>
          <a:p>
            <a:pPr lvl="3" algn="r" rtl="1" eaLnBrk="1" latinLnBrk="0" hangingPunct="1"/>
            <a:r>
              <a:rPr lang="ar-SA" smtClean="0"/>
              <a:t>المستوى الرابع</a:t>
            </a:r>
          </a:p>
          <a:p>
            <a:pPr lvl="4" algn="r" rtl="1" eaLnBrk="1" latinLnBrk="0" hangingPunct="1"/>
            <a:r>
              <a:rPr lang="ar-SA" smtClean="0"/>
              <a:t>المستوى الخامس</a:t>
            </a:r>
            <a:endParaRPr/>
          </a:p>
        </p:txBody>
      </p:sp>
      <p:sp>
        <p:nvSpPr>
          <p:cNvPr id="4" name="Date Placeholder 3"/>
          <p:cNvSpPr>
            <a:spLocks noGrp="1"/>
          </p:cNvSpPr>
          <p:nvPr>
            <p:ph type="dt" sz="half" idx="10"/>
          </p:nvPr>
        </p:nvSpPr>
        <p:spPr/>
        <p:txBody>
          <a:bodyPr/>
          <a:lstStyle>
            <a:extLst/>
          </a:lstStyle>
          <a:p>
            <a:fld id="{9668B50E-0B48-4566-8609-C51CF752A7DF}" type="datetimeFigureOut">
              <a:rPr>
                <a:solidFill>
                  <a:prstClr val="white"/>
                </a:solidFill>
                <a:cs typeface="Arial"/>
              </a:rPr>
              <a:pPr/>
              <a:t>6/30/2006</a:t>
            </a:fld>
            <a:endParaRPr>
              <a:solidFill>
                <a:prstClr val="white"/>
              </a:solidFill>
              <a:cs typeface="Arial"/>
            </a:endParaRPr>
          </a:p>
        </p:txBody>
      </p:sp>
      <p:sp>
        <p:nvSpPr>
          <p:cNvPr id="5" name="Footer Placeholder 4"/>
          <p:cNvSpPr>
            <a:spLocks noGrp="1"/>
          </p:cNvSpPr>
          <p:nvPr>
            <p:ph type="ftr" sz="quarter" idx="11"/>
          </p:nvPr>
        </p:nvSpPr>
        <p:spPr/>
        <p:txBody>
          <a:bodyPr/>
          <a:lstStyle>
            <a:extLst/>
          </a:lstStyle>
          <a:p>
            <a:pPr rtl="1"/>
            <a:endParaRPr>
              <a:solidFill>
                <a:prstClr val="white"/>
              </a:solidFill>
              <a:cs typeface="Arial"/>
            </a:endParaRPr>
          </a:p>
        </p:txBody>
      </p:sp>
      <p:sp>
        <p:nvSpPr>
          <p:cNvPr id="6" name="Slide Number Placeholder 5"/>
          <p:cNvSpPr>
            <a:spLocks noGrp="1"/>
          </p:cNvSpPr>
          <p:nvPr>
            <p:ph type="sldNum" sz="quarter" idx="12"/>
          </p:nvPr>
        </p:nvSpPr>
        <p:spPr/>
        <p:txBody>
          <a:bodyPr/>
          <a:lstStyle>
            <a:extLst/>
          </a:lstStyle>
          <a:p>
            <a:fld id="{8A4431D5-1B33-458B-8AFD-CECCB0FA18CB}" type="slidenum">
              <a:rPr>
                <a:solidFill>
                  <a:prstClr val="white"/>
                </a:solidFill>
                <a:cs typeface="Arial"/>
              </a:rPr>
              <a:pPr/>
              <a:t>‹#›</a:t>
            </a:fld>
            <a:endParaRPr>
              <a:solidFill>
                <a:prstClr val="white"/>
              </a:solidFill>
              <a:cs typeface="Arial"/>
            </a:endParaRPr>
          </a:p>
        </p:txBody>
      </p:sp>
    </p:spTree>
    <p:extLst>
      <p:ext uri="{BB962C8B-B14F-4D97-AF65-F5344CB8AC3E}">
        <p14:creationId xmlns:p14="http://schemas.microsoft.com/office/powerpoint/2010/main" val="2390714599"/>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9668B50E-0B48-4566-8609-C51CF752A7DF}" type="datetimeFigureOut">
              <a:rPr>
                <a:solidFill>
                  <a:prstClr val="white"/>
                </a:solidFill>
                <a:cs typeface="Arial"/>
              </a:rPr>
              <a:pPr/>
              <a:t>6/30/2006</a:t>
            </a:fld>
            <a:endParaRPr>
              <a:solidFill>
                <a:prstClr val="white"/>
              </a:solidFill>
              <a:cs typeface="Arial"/>
            </a:endParaRPr>
          </a:p>
        </p:txBody>
      </p:sp>
      <p:sp>
        <p:nvSpPr>
          <p:cNvPr id="3" name="Footer Placeholder 2"/>
          <p:cNvSpPr>
            <a:spLocks noGrp="1"/>
          </p:cNvSpPr>
          <p:nvPr>
            <p:ph type="ftr" sz="quarter" idx="11"/>
          </p:nvPr>
        </p:nvSpPr>
        <p:spPr/>
        <p:txBody>
          <a:bodyPr/>
          <a:lstStyle>
            <a:extLst/>
          </a:lstStyle>
          <a:p>
            <a:pPr rtl="1"/>
            <a:endParaRPr>
              <a:solidFill>
                <a:prstClr val="white"/>
              </a:solidFill>
              <a:cs typeface="Arial"/>
            </a:endParaRPr>
          </a:p>
        </p:txBody>
      </p:sp>
      <p:sp>
        <p:nvSpPr>
          <p:cNvPr id="4" name="Slide Number Placeholder 3"/>
          <p:cNvSpPr>
            <a:spLocks noGrp="1"/>
          </p:cNvSpPr>
          <p:nvPr>
            <p:ph type="sldNum" sz="quarter" idx="12"/>
          </p:nvPr>
        </p:nvSpPr>
        <p:spPr/>
        <p:txBody>
          <a:bodyPr/>
          <a:lstStyle>
            <a:extLst/>
          </a:lstStyle>
          <a:p>
            <a:fld id="{8A4431D5-1B33-458B-8AFD-CECCB0FA18CB}" type="slidenum">
              <a:rPr>
                <a:solidFill>
                  <a:prstClr val="white"/>
                </a:solidFill>
                <a:cs typeface="Arial"/>
              </a:rPr>
              <a:pPr/>
              <a:t>‹#›</a:t>
            </a:fld>
            <a:endParaRPr>
              <a:solidFill>
                <a:prstClr val="white"/>
              </a:solidFill>
              <a:cs typeface="Arial"/>
            </a:endParaRPr>
          </a:p>
        </p:txBody>
      </p:sp>
    </p:spTree>
    <p:extLst>
      <p:ext uri="{BB962C8B-B14F-4D97-AF65-F5344CB8AC3E}">
        <p14:creationId xmlns:p14="http://schemas.microsoft.com/office/powerpoint/2010/main" val="3565911874"/>
      </p:ext>
    </p:extLst>
  </p:cSld>
  <p:clrMapOvr>
    <a:masterClrMapping/>
  </p:clrMapOvr>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image" Target="../media/image1.jpeg"/><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عنصر نائب للعنوان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ar-SA" smtClean="0"/>
              <a:t>انقر لتحرير نمط العنوان الرئيسي</a:t>
            </a:r>
            <a:endParaRPr lang="en-US"/>
          </a:p>
        </p:txBody>
      </p:sp>
      <p:sp>
        <p:nvSpPr>
          <p:cNvPr id="3" name="عنصر نائب للنص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تاريخ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CE283A-9567-4B35-8077-CADF825D24BF}" type="datetimeFigureOut">
              <a:rPr lang="en-US" smtClean="0"/>
              <a:t>1/3/2018</a:t>
            </a:fld>
            <a:endParaRPr lang="en-US"/>
          </a:p>
        </p:txBody>
      </p:sp>
      <p:sp>
        <p:nvSpPr>
          <p:cNvPr id="5" name="عنصر نائب للتذييل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عنصر نائب لرقم الشريحة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63E9D5-40B0-4666-BC21-3A51E4E1607E}" type="slidenum">
              <a:rPr lang="en-US" smtClean="0"/>
              <a:t>‹#›</a:t>
            </a:fld>
            <a:endParaRPr lang="en-US"/>
          </a:p>
        </p:txBody>
      </p:sp>
    </p:spTree>
    <p:extLst>
      <p:ext uri="{BB962C8B-B14F-4D97-AF65-F5344CB8AC3E}">
        <p14:creationId xmlns:p14="http://schemas.microsoft.com/office/powerpoint/2010/main" val="396249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24"/>
          <a:srcRect/>
          <a:tile tx="0" ty="0" sx="100000" sy="100000" flip="none" algn="tl"/>
        </a:blipFill>
        <a:effectLst/>
      </p:bgPr>
    </p:bg>
    <p:spTree>
      <p:nvGrpSpPr>
        <p:cNvPr id="1" name=""/>
        <p:cNvGrpSpPr/>
        <p:nvPr/>
      </p:nvGrpSpPr>
      <p:grpSpPr>
        <a:xfrm>
          <a:off x="0" y="0"/>
          <a:ext cx="0" cy="0"/>
          <a:chOff x="0" y="0"/>
          <a:chExt cx="0" cy="0"/>
        </a:xfrm>
      </p:grpSpPr>
      <p:sp>
        <p:nvSpPr>
          <p:cNvPr id="9" name="Rectangle 8"/>
          <p:cNvSpPr/>
          <p:nvPr/>
        </p:nvSpPr>
        <p:spPr>
          <a:xfrm rot="16200000">
            <a:off x="5315559" y="3268980"/>
            <a:ext cx="6858000" cy="320040"/>
          </a:xfrm>
          <a:prstGeom prst="rect">
            <a:avLst/>
          </a:prstGeom>
          <a:solidFill>
            <a:schemeClr val="accent6"/>
          </a:solidFill>
          <a:ln w="34925" cap="rnd" cmpd="sng" algn="ctr">
            <a:noFill/>
            <a:prstDash val="solid"/>
          </a:ln>
          <a:effectLst/>
        </p:spPr>
        <p:style>
          <a:lnRef idx="3">
            <a:schemeClr val="lt1"/>
          </a:lnRef>
          <a:fillRef idx="1">
            <a:schemeClr val="accent1"/>
          </a:fillRef>
          <a:effectRef idx="1">
            <a:schemeClr val="accent1"/>
          </a:effectRef>
          <a:fontRef idx="minor">
            <a:schemeClr val="lt1"/>
          </a:fontRef>
        </p:style>
        <p:txBody>
          <a:bodyPr rtlCol="1" anchor="ctr"/>
          <a:lstStyle>
            <a:extLst/>
          </a:lstStyle>
          <a:p>
            <a:pPr algn="ctr" rtl="1"/>
            <a:endParaRPr lang="ar-SA">
              <a:solidFill>
                <a:prstClr val="white"/>
              </a:solidFill>
            </a:endParaRPr>
          </a:p>
        </p:txBody>
      </p:sp>
      <p:sp>
        <p:nvSpPr>
          <p:cNvPr id="8" name="Rectangle 7"/>
          <p:cNvSpPr/>
          <p:nvPr/>
        </p:nvSpPr>
        <p:spPr>
          <a:xfrm rot="16200000">
            <a:off x="5628132" y="3341399"/>
            <a:ext cx="6858000" cy="173736"/>
          </a:xfrm>
          <a:prstGeom prst="rect">
            <a:avLst/>
          </a:prstGeom>
          <a:solidFill>
            <a:schemeClr val="accent3"/>
          </a:solidFill>
          <a:ln w="34925" cap="rnd" cmpd="sng" algn="ctr">
            <a:noFill/>
            <a:prstDash val="solid"/>
          </a:ln>
          <a:effectLst/>
        </p:spPr>
        <p:style>
          <a:lnRef idx="3">
            <a:schemeClr val="lt1"/>
          </a:lnRef>
          <a:fillRef idx="1">
            <a:schemeClr val="accent1"/>
          </a:fillRef>
          <a:effectRef idx="1">
            <a:schemeClr val="accent1"/>
          </a:effectRef>
          <a:fontRef idx="minor">
            <a:schemeClr val="lt1"/>
          </a:fontRef>
        </p:style>
        <p:txBody>
          <a:bodyPr rtlCol="1" anchor="ctr"/>
          <a:lstStyle>
            <a:extLst/>
          </a:lstStyle>
          <a:p>
            <a:pPr algn="ctr" rtl="1"/>
            <a:endParaRPr lang="ar-SA">
              <a:solidFill>
                <a:prstClr val="white"/>
              </a:solidFill>
            </a:endParaRPr>
          </a:p>
        </p:txBody>
      </p:sp>
      <p:sp>
        <p:nvSpPr>
          <p:cNvPr id="2" name="Title Placeholder 1"/>
          <p:cNvSpPr>
            <a:spLocks noGrp="1"/>
          </p:cNvSpPr>
          <p:nvPr>
            <p:ph type="title"/>
          </p:nvPr>
        </p:nvSpPr>
        <p:spPr>
          <a:xfrm>
            <a:off x="457200" y="274638"/>
            <a:ext cx="7848600" cy="1143000"/>
          </a:xfrm>
          <a:prstGeom prst="rect">
            <a:avLst/>
          </a:prstGeom>
        </p:spPr>
        <p:txBody>
          <a:bodyPr vert="horz" rtlCol="1" anchor="ctr">
            <a:normAutofit/>
          </a:bodyPr>
          <a:lstStyle>
            <a:extLst/>
          </a:lstStyle>
          <a:p>
            <a:pPr eaLnBrk="1" latinLnBrk="0" hangingPunct="1"/>
            <a:r>
              <a:rPr kumimoji="0" lang="ar-SA" smtClean="0"/>
              <a:t>انقر لتحرير نمط العنوان الرئيسي</a:t>
            </a:r>
            <a:endParaRPr kumimoji="0" lang="en-US" smtClean="0"/>
          </a:p>
        </p:txBody>
      </p:sp>
      <p:sp>
        <p:nvSpPr>
          <p:cNvPr id="3" name="Text Placeholder 2"/>
          <p:cNvSpPr>
            <a:spLocks noGrp="1"/>
          </p:cNvSpPr>
          <p:nvPr>
            <p:ph type="body" idx="1"/>
          </p:nvPr>
        </p:nvSpPr>
        <p:spPr>
          <a:xfrm>
            <a:off x="457200" y="1600201"/>
            <a:ext cx="7848600" cy="4525963"/>
          </a:xfrm>
          <a:prstGeom prst="rect">
            <a:avLst/>
          </a:prstGeom>
        </p:spPr>
        <p:txBody>
          <a:bodyPr vert="horz" rtlCol="1">
            <a:normAutofit/>
          </a:bodyPr>
          <a:lstStyle>
            <a:extLst/>
          </a:lstStyle>
          <a:p>
            <a:pPr lvl="0" eaLnBrk="1" latinLnBrk="0" hangingPunct="1"/>
            <a:r>
              <a:rPr kumimoji="0" lang="ar-SA" smtClean="0"/>
              <a:t>انقر لتحرير أنماط النص الرئيسي</a:t>
            </a:r>
          </a:p>
          <a:p>
            <a:pPr lvl="1" eaLnBrk="1" latinLnBrk="0" hangingPunct="1"/>
            <a:r>
              <a:rPr kumimoji="0" lang="ar-SA" smtClean="0"/>
              <a:t>المستوى الثاني</a:t>
            </a:r>
          </a:p>
          <a:p>
            <a:pPr lvl="2" eaLnBrk="1" latinLnBrk="0" hangingPunct="1"/>
            <a:r>
              <a:rPr kumimoji="0" lang="ar-SA" smtClean="0"/>
              <a:t>المستوى الثالث</a:t>
            </a:r>
          </a:p>
          <a:p>
            <a:pPr lvl="3" eaLnBrk="1" latinLnBrk="0" hangingPunct="1"/>
            <a:r>
              <a:rPr kumimoji="0" lang="ar-SA" smtClean="0"/>
              <a:t>المستوى الرابع</a:t>
            </a:r>
          </a:p>
          <a:p>
            <a:pPr lvl="4" eaLnBrk="1" latinLnBrk="0" hangingPunct="1"/>
            <a:r>
              <a:rPr kumimoji="0" lang="ar-SA" smtClean="0"/>
              <a:t>المستوى الخامس</a:t>
            </a:r>
            <a:endParaRPr kumimoji="0" lang="en-US"/>
          </a:p>
        </p:txBody>
      </p:sp>
      <p:sp>
        <p:nvSpPr>
          <p:cNvPr id="4" name="Date Placeholder 3"/>
          <p:cNvSpPr>
            <a:spLocks noGrp="1"/>
          </p:cNvSpPr>
          <p:nvPr>
            <p:ph type="dt" sz="half" idx="2"/>
          </p:nvPr>
        </p:nvSpPr>
        <p:spPr>
          <a:xfrm rot="16200000">
            <a:off x="7696200" y="1012825"/>
            <a:ext cx="2133600" cy="365125"/>
          </a:xfrm>
          <a:prstGeom prst="rect">
            <a:avLst/>
          </a:prstGeom>
        </p:spPr>
        <p:txBody>
          <a:bodyPr vert="horz" rtlCol="1" anchor="ctr"/>
          <a:lstStyle>
            <a:lvl1pPr algn="r" eaLnBrk="1" latinLnBrk="0" hangingPunct="1">
              <a:defRPr kumimoji="0" lang="ar-SA" sz="1200">
                <a:solidFill>
                  <a:schemeClr val="bg1"/>
                </a:solidFill>
              </a:defRPr>
            </a:lvl1pPr>
            <a:extLst/>
          </a:lstStyle>
          <a:p>
            <a:pPr rtl="1"/>
            <a:fld id="{9668B50E-0B48-4566-8609-C51CF752A7DF}" type="datetimeFigureOut">
              <a:rPr>
                <a:solidFill>
                  <a:prstClr val="white"/>
                </a:solidFill>
                <a:cs typeface="Arial"/>
              </a:rPr>
              <a:pPr rtl="1"/>
              <a:t>16/04/1439</a:t>
            </a:fld>
            <a:endParaRPr>
              <a:solidFill>
                <a:prstClr val="white"/>
              </a:solidFill>
              <a:cs typeface="Arial"/>
            </a:endParaRPr>
          </a:p>
        </p:txBody>
      </p:sp>
      <p:sp>
        <p:nvSpPr>
          <p:cNvPr id="5" name="Footer Placeholder 4"/>
          <p:cNvSpPr>
            <a:spLocks noGrp="1"/>
          </p:cNvSpPr>
          <p:nvPr>
            <p:ph type="ftr" sz="quarter" idx="3"/>
          </p:nvPr>
        </p:nvSpPr>
        <p:spPr>
          <a:xfrm rot="16200000">
            <a:off x="7162800" y="3832226"/>
            <a:ext cx="3200400" cy="365125"/>
          </a:xfrm>
          <a:prstGeom prst="rect">
            <a:avLst/>
          </a:prstGeom>
        </p:spPr>
        <p:txBody>
          <a:bodyPr vert="horz" rtlCol="1" anchor="ctr"/>
          <a:lstStyle>
            <a:lvl1pPr algn="r" eaLnBrk="1" latinLnBrk="0" hangingPunct="1">
              <a:defRPr kumimoji="0" lang="ar-SA" sz="1200">
                <a:solidFill>
                  <a:schemeClr val="bg1"/>
                </a:solidFill>
              </a:defRPr>
            </a:lvl1pPr>
            <a:extLst/>
          </a:lstStyle>
          <a:p>
            <a:pPr rtl="1"/>
            <a:endParaRPr>
              <a:solidFill>
                <a:prstClr val="white"/>
              </a:solidFill>
              <a:cs typeface="Arial"/>
            </a:endParaRPr>
          </a:p>
        </p:txBody>
      </p:sp>
      <p:sp>
        <p:nvSpPr>
          <p:cNvPr id="6" name="Slide Number Placeholder 5"/>
          <p:cNvSpPr>
            <a:spLocks noGrp="1"/>
          </p:cNvSpPr>
          <p:nvPr>
            <p:ph type="sldNum" sz="quarter" idx="4"/>
          </p:nvPr>
        </p:nvSpPr>
        <p:spPr>
          <a:xfrm rot="5400000">
            <a:off x="8278813" y="5962650"/>
            <a:ext cx="968375" cy="365125"/>
          </a:xfrm>
          <a:prstGeom prst="rect">
            <a:avLst/>
          </a:prstGeom>
        </p:spPr>
        <p:txBody>
          <a:bodyPr vert="horz" rtlCol="1" anchor="ctr"/>
          <a:lstStyle>
            <a:lvl1pPr algn="r" eaLnBrk="1" latinLnBrk="0" hangingPunct="1">
              <a:defRPr kumimoji="0" lang="ar-SA" sz="1200">
                <a:solidFill>
                  <a:schemeClr val="bg1"/>
                </a:solidFill>
              </a:defRPr>
            </a:lvl1pPr>
            <a:extLst/>
          </a:lstStyle>
          <a:p>
            <a:fld id="{8A4431D5-1B33-458B-8AFD-CECCB0FA18CB}" type="slidenum">
              <a:rPr>
                <a:solidFill>
                  <a:prstClr val="white"/>
                </a:solidFill>
                <a:cs typeface="Arial"/>
              </a:rPr>
              <a:pPr/>
              <a:t>‹#›</a:t>
            </a:fld>
            <a:endParaRPr>
              <a:solidFill>
                <a:prstClr val="white"/>
              </a:solidFill>
              <a:cs typeface="Arial"/>
            </a:endParaRPr>
          </a:p>
        </p:txBody>
      </p:sp>
      <p:sp>
        <p:nvSpPr>
          <p:cNvPr id="7" name="Rectangle 6"/>
          <p:cNvSpPr/>
          <p:nvPr/>
        </p:nvSpPr>
        <p:spPr>
          <a:xfrm>
            <a:off x="8895749" y="-733"/>
            <a:ext cx="76200" cy="6858000"/>
          </a:xfrm>
          <a:prstGeom prst="rect">
            <a:avLst/>
          </a:prstGeom>
          <a:solidFill>
            <a:schemeClr val="accent1"/>
          </a:solidFill>
          <a:ln w="3492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rtl="1"/>
            <a:endParaRPr lang="ar-SA">
              <a:solidFill>
                <a:prstClr val="white"/>
              </a:solidFill>
            </a:endParaRPr>
          </a:p>
        </p:txBody>
      </p:sp>
    </p:spTree>
    <p:extLst>
      <p:ext uri="{BB962C8B-B14F-4D97-AF65-F5344CB8AC3E}">
        <p14:creationId xmlns:p14="http://schemas.microsoft.com/office/powerpoint/2010/main" val="41851181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Lst>
  <mc:AlternateContent xmlns:mc="http://schemas.openxmlformats.org/markup-compatibility/2006" xmlns:p14="http://schemas.microsoft.com/office/powerpoint/2010/main">
    <mc:Choice Requires="p14">
      <p:transition spd="slow" p14:dur="2000" advClick="0" advTm="2000">
        <p:split orient="vert"/>
      </p:transition>
    </mc:Choice>
    <mc:Fallback xmlns="">
      <p:transition spd="slow" advClick="0" advTm="2000">
        <p:split orient="vert"/>
      </p:transition>
    </mc:Fallback>
  </mc:AlternateContent>
  <p:timing>
    <p:tnLst>
      <p:par>
        <p:cTn id="1" dur="indefinite" restart="never" nodeType="tmRoot"/>
      </p:par>
    </p:tnLst>
  </p:timing>
  <p:txStyles>
    <p:titleStyle>
      <a:lvl1pPr algn="r" rtl="1" eaLnBrk="1" latinLnBrk="0" hangingPunct="1">
        <a:spcBef>
          <a:spcPct val="0"/>
        </a:spcBef>
        <a:buNone/>
        <a:defRPr kumimoji="0" lang="ar-SA" sz="4400" kern="1200">
          <a:solidFill>
            <a:schemeClr val="tx2"/>
          </a:solidFill>
          <a:latin typeface="+mj-lt"/>
          <a:ea typeface="+mj-ea"/>
          <a:cs typeface="+mj-cs"/>
        </a:defRPr>
      </a:lvl1pPr>
      <a:extLst/>
    </p:titleStyle>
    <p:bodyStyle>
      <a:lvl1pPr marL="342900" indent="-342900" algn="r" rtl="1" eaLnBrk="1" latinLnBrk="0" hangingPunct="1">
        <a:spcBef>
          <a:spcPct val="20000"/>
        </a:spcBef>
        <a:buFont typeface="Arial"/>
        <a:buChar char="•"/>
        <a:defRPr kumimoji="0" lang="ar-SA" sz="3200" kern="1200">
          <a:solidFill>
            <a:schemeClr val="tx2"/>
          </a:solidFill>
          <a:latin typeface="+mn-lt"/>
          <a:ea typeface="+mn-ea"/>
          <a:cs typeface="+mn-cs"/>
        </a:defRPr>
      </a:lvl1pPr>
      <a:lvl2pPr marL="742950" indent="-285750" algn="r" rtl="1" eaLnBrk="1" latinLnBrk="0" hangingPunct="1">
        <a:spcBef>
          <a:spcPct val="20000"/>
        </a:spcBef>
        <a:buFont typeface="Arial"/>
        <a:buChar char="–"/>
        <a:defRPr kumimoji="0" lang="ar-SA" sz="2800" kern="1200">
          <a:solidFill>
            <a:schemeClr val="tx2"/>
          </a:solidFill>
          <a:latin typeface="+mn-lt"/>
          <a:ea typeface="+mn-ea"/>
          <a:cs typeface="+mn-cs"/>
        </a:defRPr>
      </a:lvl2pPr>
      <a:lvl3pPr marL="1143000" indent="-228600" algn="r" rtl="1" eaLnBrk="1" latinLnBrk="0" hangingPunct="1">
        <a:spcBef>
          <a:spcPct val="20000"/>
        </a:spcBef>
        <a:buFont typeface="Arial"/>
        <a:buChar char="•"/>
        <a:defRPr kumimoji="0" lang="ar-SA" sz="2400" kern="1200">
          <a:solidFill>
            <a:schemeClr val="tx2"/>
          </a:solidFill>
          <a:latin typeface="+mn-lt"/>
          <a:ea typeface="+mn-ea"/>
          <a:cs typeface="+mn-cs"/>
        </a:defRPr>
      </a:lvl3pPr>
      <a:lvl4pPr marL="1600200" indent="-228600" algn="r" rtl="1" eaLnBrk="1" latinLnBrk="0" hangingPunct="1">
        <a:spcBef>
          <a:spcPct val="20000"/>
        </a:spcBef>
        <a:buFont typeface="Arial"/>
        <a:buChar char="–"/>
        <a:defRPr kumimoji="0" lang="ar-SA" sz="2000" kern="1200">
          <a:solidFill>
            <a:schemeClr val="tx2"/>
          </a:solidFill>
          <a:latin typeface="+mn-lt"/>
          <a:ea typeface="+mn-ea"/>
          <a:cs typeface="+mn-cs"/>
        </a:defRPr>
      </a:lvl4pPr>
      <a:lvl5pPr marL="2057400" indent="-228600" algn="r" rtl="1" eaLnBrk="1" latinLnBrk="0" hangingPunct="1">
        <a:spcBef>
          <a:spcPct val="20000"/>
        </a:spcBef>
        <a:buFont typeface="Arial"/>
        <a:buChar char="»"/>
        <a:defRPr kumimoji="0" lang="ar-SA" sz="2000" kern="1200">
          <a:solidFill>
            <a:schemeClr val="tx2"/>
          </a:solidFill>
          <a:latin typeface="+mn-lt"/>
          <a:ea typeface="+mn-ea"/>
          <a:cs typeface="+mn-cs"/>
        </a:defRPr>
      </a:lvl5pPr>
      <a:lvl6pPr marL="2514600" indent="-228600" algn="r" rtl="1" eaLnBrk="1" latinLnBrk="0" hangingPunct="1">
        <a:spcBef>
          <a:spcPct val="20000"/>
        </a:spcBef>
        <a:buFont typeface="Arial"/>
        <a:buChar char="•"/>
        <a:defRPr kumimoji="0" lang="ar-SA" sz="2000" kern="1200">
          <a:solidFill>
            <a:schemeClr val="tx1"/>
          </a:solidFill>
          <a:latin typeface="+mn-lt"/>
          <a:ea typeface="+mn-ea"/>
          <a:cs typeface="+mn-cs"/>
        </a:defRPr>
      </a:lvl6pPr>
      <a:lvl7pPr marL="2971800" indent="-228600" algn="r" rtl="1" eaLnBrk="1" latinLnBrk="0" hangingPunct="1">
        <a:spcBef>
          <a:spcPct val="20000"/>
        </a:spcBef>
        <a:buFont typeface="Arial"/>
        <a:buChar char="•"/>
        <a:defRPr kumimoji="0" lang="ar-SA" sz="2000" kern="1200">
          <a:solidFill>
            <a:schemeClr val="tx1"/>
          </a:solidFill>
          <a:latin typeface="+mn-lt"/>
          <a:ea typeface="+mn-ea"/>
          <a:cs typeface="+mn-cs"/>
        </a:defRPr>
      </a:lvl7pPr>
      <a:lvl8pPr marL="3429000" indent="-228600" algn="r" rtl="1" eaLnBrk="1" latinLnBrk="0" hangingPunct="1">
        <a:spcBef>
          <a:spcPct val="20000"/>
        </a:spcBef>
        <a:buFont typeface="Arial"/>
        <a:buChar char="•"/>
        <a:defRPr kumimoji="0" lang="ar-SA" sz="2000" kern="1200">
          <a:solidFill>
            <a:schemeClr val="tx1"/>
          </a:solidFill>
          <a:latin typeface="+mn-lt"/>
          <a:ea typeface="+mn-ea"/>
          <a:cs typeface="+mn-cs"/>
        </a:defRPr>
      </a:lvl8pPr>
      <a:lvl9pPr marL="3886200" indent="-228600" algn="r" rtl="1" eaLnBrk="1" latinLnBrk="0" hangingPunct="1">
        <a:spcBef>
          <a:spcPct val="20000"/>
        </a:spcBef>
        <a:buFont typeface="Arial"/>
        <a:buChar char="•"/>
        <a:defRPr kumimoji="0" lang="ar-SA" sz="2000" kern="1200">
          <a:solidFill>
            <a:schemeClr val="tx1"/>
          </a:solidFill>
          <a:latin typeface="+mn-lt"/>
          <a:ea typeface="+mn-ea"/>
          <a:cs typeface="+mn-cs"/>
        </a:defRPr>
      </a:lvl9pPr>
      <a:extLst/>
    </p:bodyStyle>
    <p:otherStyle>
      <a:lvl1pPr marL="0" algn="r" rtl="1" eaLnBrk="1" latinLnBrk="0" hangingPunct="1">
        <a:defRPr kumimoji="0" lang="ar-SA" kern="1200">
          <a:solidFill>
            <a:schemeClr val="tx1"/>
          </a:solidFill>
          <a:latin typeface="+mn-lt"/>
          <a:ea typeface="+mn-ea"/>
          <a:cs typeface="+mn-cs"/>
        </a:defRPr>
      </a:lvl1pPr>
      <a:lvl2pPr marL="457200" algn="r" rtl="1" eaLnBrk="1" latinLnBrk="0" hangingPunct="1">
        <a:defRPr kumimoji="0" lang="ar-SA" kern="1200">
          <a:solidFill>
            <a:schemeClr val="tx1"/>
          </a:solidFill>
          <a:latin typeface="+mn-lt"/>
          <a:ea typeface="+mn-ea"/>
          <a:cs typeface="+mn-cs"/>
        </a:defRPr>
      </a:lvl2pPr>
      <a:lvl3pPr marL="914400" algn="r" rtl="1" eaLnBrk="1" latinLnBrk="0" hangingPunct="1">
        <a:defRPr kumimoji="0" lang="ar-SA" kern="1200">
          <a:solidFill>
            <a:schemeClr val="tx1"/>
          </a:solidFill>
          <a:latin typeface="+mn-lt"/>
          <a:ea typeface="+mn-ea"/>
          <a:cs typeface="+mn-cs"/>
        </a:defRPr>
      </a:lvl3pPr>
      <a:lvl4pPr marL="1371600" algn="r" rtl="1" eaLnBrk="1" latinLnBrk="0" hangingPunct="1">
        <a:defRPr kumimoji="0" lang="ar-SA" kern="1200">
          <a:solidFill>
            <a:schemeClr val="tx1"/>
          </a:solidFill>
          <a:latin typeface="+mn-lt"/>
          <a:ea typeface="+mn-ea"/>
          <a:cs typeface="+mn-cs"/>
        </a:defRPr>
      </a:lvl4pPr>
      <a:lvl5pPr marL="1828800" algn="r" rtl="1" eaLnBrk="1" latinLnBrk="0" hangingPunct="1">
        <a:defRPr kumimoji="0" lang="ar-SA" kern="1200">
          <a:solidFill>
            <a:schemeClr val="tx1"/>
          </a:solidFill>
          <a:latin typeface="+mn-lt"/>
          <a:ea typeface="+mn-ea"/>
          <a:cs typeface="+mn-cs"/>
        </a:defRPr>
      </a:lvl5pPr>
      <a:lvl6pPr marL="2286000" algn="r" rtl="1" eaLnBrk="1" latinLnBrk="0" hangingPunct="1">
        <a:defRPr kumimoji="0" lang="ar-SA" kern="1200">
          <a:solidFill>
            <a:schemeClr val="tx1"/>
          </a:solidFill>
          <a:latin typeface="+mn-lt"/>
          <a:ea typeface="+mn-ea"/>
          <a:cs typeface="+mn-cs"/>
        </a:defRPr>
      </a:lvl6pPr>
      <a:lvl7pPr marL="2743200" algn="r" rtl="1" eaLnBrk="1" latinLnBrk="0" hangingPunct="1">
        <a:defRPr kumimoji="0" lang="ar-SA" kern="1200">
          <a:solidFill>
            <a:schemeClr val="tx1"/>
          </a:solidFill>
          <a:latin typeface="+mn-lt"/>
          <a:ea typeface="+mn-ea"/>
          <a:cs typeface="+mn-cs"/>
        </a:defRPr>
      </a:lvl7pPr>
      <a:lvl8pPr marL="3200400" algn="r" rtl="1" eaLnBrk="1" latinLnBrk="0" hangingPunct="1">
        <a:defRPr kumimoji="0" lang="ar-SA" kern="1200">
          <a:solidFill>
            <a:schemeClr val="tx1"/>
          </a:solidFill>
          <a:latin typeface="+mn-lt"/>
          <a:ea typeface="+mn-ea"/>
          <a:cs typeface="+mn-cs"/>
        </a:defRPr>
      </a:lvl8pPr>
      <a:lvl9pPr marL="3657600" algn="r" rtl="1" eaLnBrk="1" latinLnBrk="0" hangingPunct="1">
        <a:defRPr kumimoji="0" lang="ar-SA"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1.xml"/><Relationship Id="rId7" Type="http://schemas.openxmlformats.org/officeDocument/2006/relationships/diagramQuickStyle" Target="../diagrams/quickStyle1.xml"/><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2.png"/><Relationship Id="rId4" Type="http://schemas.openxmlformats.org/officeDocument/2006/relationships/image" Target="../media/image1.jpeg"/><Relationship Id="rId9" Type="http://schemas.microsoft.com/office/2007/relationships/diagramDrawing" Target="../diagrams/drawin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7.xml"/><Relationship Id="rId7" Type="http://schemas.openxmlformats.org/officeDocument/2006/relationships/image" Target="../media/image2.png"/><Relationship Id="rId2" Type="http://schemas.openxmlformats.org/officeDocument/2006/relationships/audio" Target="../media/media2.wav"/><Relationship Id="rId1" Type="http://schemas.microsoft.com/office/2007/relationships/media" Target="../media/media2.wav"/><Relationship Id="rId6" Type="http://schemas.openxmlformats.org/officeDocument/2006/relationships/image" Target="../media/image4.jpg"/><Relationship Id="rId5" Type="http://schemas.openxmlformats.org/officeDocument/2006/relationships/image" Target="../media/image1.jpe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audio" Target="../media/media3.wav"/><Relationship Id="rId1" Type="http://schemas.microsoft.com/office/2007/relationships/media" Target="../media/media3.wav"/><Relationship Id="rId5" Type="http://schemas.openxmlformats.org/officeDocument/2006/relationships/image" Target="../media/image2.pn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audio" Target="../media/media4.wav"/><Relationship Id="rId1" Type="http://schemas.microsoft.com/office/2007/relationships/media" Target="../media/media4.wav"/><Relationship Id="rId5" Type="http://schemas.openxmlformats.org/officeDocument/2006/relationships/image" Target="../media/image2.pn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slideLayout" Target="../slideLayouts/slideLayout33.xml"/><Relationship Id="rId7" Type="http://schemas.openxmlformats.org/officeDocument/2006/relationships/diagramColors" Target="../diagrams/colors2.xml"/><Relationship Id="rId2" Type="http://schemas.openxmlformats.org/officeDocument/2006/relationships/audio" Target="../media/media5.wav"/><Relationship Id="rId1" Type="http://schemas.microsoft.com/office/2007/relationships/media" Target="../media/media5.wav"/><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audio" Target="../media/media6.wav"/><Relationship Id="rId1" Type="http://schemas.microsoft.com/office/2007/relationships/media" Target="../media/media6.wav"/><Relationship Id="rId5" Type="http://schemas.openxmlformats.org/officeDocument/2006/relationships/image" Target="../media/image2.pn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audio" Target="../media/media7.wav"/><Relationship Id="rId1" Type="http://schemas.microsoft.com/office/2007/relationships/media" Target="../media/media7.wav"/><Relationship Id="rId5" Type="http://schemas.openxmlformats.org/officeDocument/2006/relationships/image" Target="../media/image2.pn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audio" Target="../media/media8.wav"/><Relationship Id="rId1" Type="http://schemas.microsoft.com/office/2007/relationships/media" Target="../media/media8.wav"/><Relationship Id="rId5" Type="http://schemas.openxmlformats.org/officeDocument/2006/relationships/image" Target="../media/image2.png"/><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audio" Target="../media/media9.wav"/><Relationship Id="rId1" Type="http://schemas.microsoft.com/office/2007/relationships/media" Target="../media/media9.wav"/><Relationship Id="rId5" Type="http://schemas.openxmlformats.org/officeDocument/2006/relationships/image" Target="../media/image2.png"/><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3.xml"/><Relationship Id="rId7" Type="http://schemas.openxmlformats.org/officeDocument/2006/relationships/image" Target="../media/image2.png"/><Relationship Id="rId2" Type="http://schemas.openxmlformats.org/officeDocument/2006/relationships/audio" Target="../media/media10.wav"/><Relationship Id="rId1" Type="http://schemas.microsoft.com/office/2007/relationships/media" Target="../media/media10.wav"/><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audio" Target="../media/media11.wav"/><Relationship Id="rId1" Type="http://schemas.microsoft.com/office/2007/relationships/media" Target="../media/media11.wav"/><Relationship Id="rId5" Type="http://schemas.openxmlformats.org/officeDocument/2006/relationships/image" Target="../media/image2.png"/><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audio" Target="../media/media12.wav"/><Relationship Id="rId1" Type="http://schemas.microsoft.com/office/2007/relationships/media" Target="../media/media12.wav"/><Relationship Id="rId5" Type="http://schemas.openxmlformats.org/officeDocument/2006/relationships/image" Target="../media/image2.png"/><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audio" Target="../media/media13.wav"/><Relationship Id="rId1" Type="http://schemas.microsoft.com/office/2007/relationships/media" Target="../media/media13.wav"/><Relationship Id="rId5" Type="http://schemas.openxmlformats.org/officeDocument/2006/relationships/image" Target="../media/image2.png"/><Relationship Id="rId4" Type="http://schemas.openxmlformats.org/officeDocument/2006/relationships/image" Target="../media/image15.jp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audio" Target="../media/media14.wav"/><Relationship Id="rId1" Type="http://schemas.microsoft.com/office/2007/relationships/media" Target="../media/media14.wav"/><Relationship Id="rId5" Type="http://schemas.openxmlformats.org/officeDocument/2006/relationships/image" Target="../media/image2.png"/><Relationship Id="rId4" Type="http://schemas.openxmlformats.org/officeDocument/2006/relationships/image" Target="../media/image16.jp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audio" Target="../media/media15.wav"/><Relationship Id="rId1" Type="http://schemas.microsoft.com/office/2007/relationships/media" Target="../media/media15.wav"/><Relationship Id="rId5" Type="http://schemas.openxmlformats.org/officeDocument/2006/relationships/image" Target="../media/image2.png"/><Relationship Id="rId4" Type="http://schemas.openxmlformats.org/officeDocument/2006/relationships/image" Target="../media/image17.jp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2.png"/><Relationship Id="rId2" Type="http://schemas.openxmlformats.org/officeDocument/2006/relationships/audio" Target="../media/media16.wav"/><Relationship Id="rId1" Type="http://schemas.microsoft.com/office/2007/relationships/media" Target="../media/media16.wav"/><Relationship Id="rId6" Type="http://schemas.openxmlformats.org/officeDocument/2006/relationships/image" Target="../media/image20.jpg"/><Relationship Id="rId5" Type="http://schemas.openxmlformats.org/officeDocument/2006/relationships/image" Target="../media/image19.jpg"/><Relationship Id="rId4" Type="http://schemas.openxmlformats.org/officeDocument/2006/relationships/image" Target="../media/image18.jp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graphicFrame>
        <p:nvGraphicFramePr>
          <p:cNvPr id="9" name="رسم تخطيطي 8"/>
          <p:cNvGraphicFramePr/>
          <p:nvPr>
            <p:extLst>
              <p:ext uri="{D42A27DB-BD31-4B8C-83A1-F6EECF244321}">
                <p14:modId xmlns:p14="http://schemas.microsoft.com/office/powerpoint/2010/main" val="792587391"/>
              </p:ext>
            </p:extLst>
          </p:nvPr>
        </p:nvGraphicFramePr>
        <p:xfrm>
          <a:off x="251520" y="1124744"/>
          <a:ext cx="8280920" cy="496855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1" name="صوت 1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814656353"/>
      </p:ext>
    </p:extLst>
  </p:cSld>
  <p:clrMapOvr>
    <a:masterClrMapping/>
  </p:clrMapOvr>
  <mc:AlternateContent xmlns:mc="http://schemas.openxmlformats.org/markup-compatibility/2006" xmlns:p14="http://schemas.microsoft.com/office/powerpoint/2010/main">
    <mc:Choice Requires="p14">
      <p:transition spd="slow" p14:dur="2000" advClick="0" advTm="1469">
        <p:split orient="vert"/>
      </p:transition>
    </mc:Choice>
    <mc:Fallback xmlns="">
      <p:transition spd="slow" advClick="0" advTm="1469">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عنصر نائب للصورة 8"/>
          <p:cNvPicPr>
            <a:picLocks noGrp="1" noChangeAspect="1"/>
          </p:cNvPicPr>
          <p:nvPr>
            <p:ph type="pic" sz="quarter" idx="11"/>
          </p:nvPr>
        </p:nvPicPr>
        <p:blipFill>
          <a:blip r:embed="rId4">
            <a:extLst>
              <a:ext uri="{28A0092B-C50C-407E-A947-70E740481C1C}">
                <a14:useLocalDpi xmlns:a14="http://schemas.microsoft.com/office/drawing/2010/main" val="0"/>
              </a:ext>
            </a:extLst>
          </a:blip>
          <a:srcRect l="8350" r="8350"/>
          <a:stretch>
            <a:fillRect/>
          </a:stretch>
        </p:blipFill>
        <p:spPr>
          <a:xfrm>
            <a:off x="683568" y="476672"/>
            <a:ext cx="3429000" cy="4572000"/>
          </a:xfrm>
          <a:blipFill>
            <a:blip r:embed="rId5"/>
            <a:tile tx="0" ty="0" sx="100000" sy="100000" flip="none" algn="tl"/>
          </a:blipFill>
        </p:spPr>
      </p:pic>
      <p:sp>
        <p:nvSpPr>
          <p:cNvPr id="6" name="عنصر نائب للنص 5"/>
          <p:cNvSpPr>
            <a:spLocks noGrp="1"/>
          </p:cNvSpPr>
          <p:nvPr>
            <p:ph type="body" sz="quarter" idx="14"/>
          </p:nvPr>
        </p:nvSpPr>
        <p:spPr>
          <a:xfrm>
            <a:off x="467544" y="5257800"/>
            <a:ext cx="3744416" cy="1219200"/>
          </a:xfrm>
        </p:spPr>
        <p:txBody>
          <a:bodyPr>
            <a:normAutofit fontScale="85000" lnSpcReduction="10000"/>
          </a:bodyPr>
          <a:lstStyle/>
          <a:p>
            <a:pPr algn="ctr"/>
            <a:r>
              <a:rPr lang="ar-SY" sz="2400" b="1" dirty="0" smtClean="0"/>
              <a:t>الجهة المنفذة للمشروع </a:t>
            </a:r>
          </a:p>
          <a:p>
            <a:pPr algn="ctr"/>
            <a:r>
              <a:rPr lang="ar-SY" sz="2400" b="1" dirty="0" smtClean="0"/>
              <a:t>شركة </a:t>
            </a:r>
            <a:r>
              <a:rPr lang="ar-SY" sz="2800" b="1" dirty="0" smtClean="0"/>
              <a:t>النويصر</a:t>
            </a:r>
            <a:r>
              <a:rPr lang="ar-SY" sz="2400" b="1" dirty="0" smtClean="0"/>
              <a:t> للتجارة والمقاولات العامة</a:t>
            </a:r>
          </a:p>
          <a:p>
            <a:pPr algn="ctr"/>
            <a:r>
              <a:rPr lang="ar-SY" sz="2400" b="1" dirty="0" smtClean="0"/>
              <a:t>بإدارة د. م .ماهر النويصر</a:t>
            </a:r>
            <a:endParaRPr lang="en-US" sz="2400" b="1" dirty="0"/>
          </a:p>
        </p:txBody>
      </p:sp>
      <p:sp>
        <p:nvSpPr>
          <p:cNvPr id="7" name="عنصر نائب للنص 6"/>
          <p:cNvSpPr>
            <a:spLocks noGrp="1"/>
          </p:cNvSpPr>
          <p:nvPr>
            <p:ph type="body" sz="quarter" idx="15"/>
          </p:nvPr>
        </p:nvSpPr>
        <p:spPr/>
        <p:txBody>
          <a:bodyPr/>
          <a:lstStyle/>
          <a:p>
            <a:pPr algn="ctr"/>
            <a:r>
              <a:rPr lang="ar-SY" sz="2400" b="1" dirty="0">
                <a:solidFill>
                  <a:schemeClr val="accent1">
                    <a:lumMod val="75000"/>
                  </a:schemeClr>
                </a:solidFill>
              </a:rPr>
              <a:t>الجهة صاحبة </a:t>
            </a:r>
            <a:r>
              <a:rPr lang="ar-SY" sz="2400" b="1" dirty="0" smtClean="0">
                <a:solidFill>
                  <a:schemeClr val="accent1">
                    <a:lumMod val="75000"/>
                  </a:schemeClr>
                </a:solidFill>
              </a:rPr>
              <a:t>للمشروع</a:t>
            </a:r>
          </a:p>
          <a:p>
            <a:pPr algn="ctr"/>
            <a:r>
              <a:rPr lang="ar-SY" sz="2400" b="1" dirty="0" smtClean="0">
                <a:solidFill>
                  <a:schemeClr val="accent1">
                    <a:lumMod val="75000"/>
                  </a:schemeClr>
                </a:solidFill>
              </a:rPr>
              <a:t>منظمة الصحة العالمية</a:t>
            </a:r>
            <a:endParaRPr lang="en-US" dirty="0"/>
          </a:p>
        </p:txBody>
      </p:sp>
      <p:pic>
        <p:nvPicPr>
          <p:cNvPr id="8" name="عنصر نائب للصورة 7"/>
          <p:cNvPicPr>
            <a:picLocks noGrp="1" noChangeAspect="1"/>
          </p:cNvPicPr>
          <p:nvPr>
            <p:ph type="pic" sz="quarter" idx="10"/>
          </p:nvPr>
        </p:nvPicPr>
        <p:blipFill rotWithShape="1">
          <a:blip r:embed="rId6">
            <a:extLst>
              <a:ext uri="{28A0092B-C50C-407E-A947-70E740481C1C}">
                <a14:useLocalDpi xmlns:a14="http://schemas.microsoft.com/office/drawing/2010/main" val="0"/>
              </a:ext>
            </a:extLst>
          </a:blip>
          <a:srcRect l="402" t="117" r="-564"/>
          <a:stretch/>
        </p:blipFill>
        <p:spPr/>
      </p:pic>
      <p:pic>
        <p:nvPicPr>
          <p:cNvPr id="11" name="صوت 1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164184979"/>
      </p:ext>
    </p:extLst>
  </p:cSld>
  <p:clrMapOvr>
    <a:masterClrMapping/>
  </p:clrMapOvr>
  <mc:AlternateContent xmlns:mc="http://schemas.openxmlformats.org/markup-compatibility/2006" xmlns:p14="http://schemas.microsoft.com/office/powerpoint/2010/main">
    <mc:Choice Requires="p14">
      <p:transition spd="slow" p14:dur="2000" advClick="0" advTm="1494">
        <p:split orient="vert"/>
      </p:transition>
    </mc:Choice>
    <mc:Fallback xmlns="">
      <p:transition spd="slow" advClick="0" advTm="1494">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عنصر نائب للصورة 8"/>
          <p:cNvPicPr>
            <a:picLocks noGrp="1" noChangeAspect="1"/>
          </p:cNvPicPr>
          <p:nvPr>
            <p:ph type="pic" sz="quarter" idx="10"/>
          </p:nvPr>
        </p:nvPicPr>
        <p:blipFill>
          <a:blip r:embed="rId4">
            <a:extLst>
              <a:ext uri="{28A0092B-C50C-407E-A947-70E740481C1C}">
                <a14:useLocalDpi xmlns:a14="http://schemas.microsoft.com/office/drawing/2010/main" val="0"/>
              </a:ext>
            </a:extLst>
          </a:blip>
          <a:stretch>
            <a:fillRect/>
          </a:stretch>
        </p:blipFill>
        <p:spPr>
          <a:xfrm>
            <a:off x="2555776" y="476672"/>
            <a:ext cx="3731872" cy="1777082"/>
          </a:xfrm>
        </p:spPr>
      </p:pic>
      <p:sp>
        <p:nvSpPr>
          <p:cNvPr id="7" name="عنصر نائب للنص 6"/>
          <p:cNvSpPr>
            <a:spLocks noGrp="1"/>
          </p:cNvSpPr>
          <p:nvPr>
            <p:ph type="body" sz="quarter" idx="11"/>
          </p:nvPr>
        </p:nvSpPr>
        <p:spPr>
          <a:xfrm>
            <a:off x="251520" y="2420888"/>
            <a:ext cx="7992888" cy="4176464"/>
          </a:xfrm>
        </p:spPr>
        <p:txBody>
          <a:bodyPr>
            <a:normAutofit fontScale="92500" lnSpcReduction="20000"/>
          </a:bodyPr>
          <a:lstStyle/>
          <a:p>
            <a:r>
              <a:rPr lang="ar-SY" dirty="0" smtClean="0"/>
              <a:t>منظمة الصحة العالمية :</a:t>
            </a:r>
          </a:p>
          <a:p>
            <a:r>
              <a:rPr lang="ar-SY" dirty="0" smtClean="0"/>
              <a:t>هي سلطة التوجيه والتنسيق في منظمة الأمم المتحدة فيما يتعلق بالصحة على المستوى الدولي وتعمل في عدة مجالات وهي : </a:t>
            </a:r>
          </a:p>
          <a:p>
            <a:r>
              <a:rPr lang="ar-SY" dirty="0" smtClean="0"/>
              <a:t>النظم الصحية – تعزيز الصحة طيلة العمر- الأمراض غير السارية- الأمراض السارية – الخدمات المؤسسية – التأهب والترصد والاستجابة</a:t>
            </a:r>
          </a:p>
          <a:p>
            <a:r>
              <a:rPr lang="ar-SY" dirty="0" smtClean="0"/>
              <a:t>بدأ عمل المنظمة في 7 – نيسان -1948ويعمل في المنظمة ما يزيد عن 7000 شخص يعملون في 150 مكتبا قطريا و6 مكاتب اقليمية وفي المقر الرئيسي للمنظمة في جنيف</a:t>
            </a:r>
          </a:p>
          <a:p>
            <a:r>
              <a:rPr lang="ar-SY" dirty="0" smtClean="0"/>
              <a:t>هدف المنظمة هو: </a:t>
            </a:r>
          </a:p>
          <a:p>
            <a:r>
              <a:rPr lang="ar-SY" dirty="0" smtClean="0"/>
              <a:t>بناء مستقبل أفضل وأوفر صحة للناس في كافة أنحاء العالم</a:t>
            </a:r>
          </a:p>
          <a:p>
            <a:r>
              <a:rPr lang="ar-SY" dirty="0" smtClean="0"/>
              <a:t>وتسعى المنظمة لمكافحة الأمراض المعدية كالأنفلونزا وفيروس العوز المناعي البشري والأمراض غير السارية كالسرطان وأمراض القلب وتساعد الأمهات والأطفال للبقاء على قيد الحياة والتمنع بالرخاء ليتسنى لهم أن يتطلعوا إلى التمتع بالصحة في مرحلة الشيخوخة تكفل المنظمة سلامة الهواء الذي </a:t>
            </a:r>
            <a:r>
              <a:rPr lang="ar-SY" dirty="0" err="1" smtClean="0"/>
              <a:t>يتنفسه</a:t>
            </a:r>
            <a:r>
              <a:rPr lang="ar-SY" dirty="0" smtClean="0"/>
              <a:t> الناس ومأمونية الطعام الذي يتناولونه والماء الذي يشربونه والأدوية واللقاحات التي تلزمهم </a:t>
            </a:r>
          </a:p>
          <a:p>
            <a:r>
              <a:rPr lang="ar-SY" dirty="0" smtClean="0"/>
              <a:t>نفذت المنظمة مئات المشاريع في سورية ومنها مشروع تحسين امداد المياه إلى المشفى الوطني بالقامشلي في محافظة الحسكة</a:t>
            </a:r>
            <a:endParaRPr lang="en-US" dirty="0"/>
          </a:p>
        </p:txBody>
      </p:sp>
      <p:pic>
        <p:nvPicPr>
          <p:cNvPr id="11" name="صوت 1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3199808264"/>
      </p:ext>
    </p:extLst>
  </p:cSld>
  <p:clrMapOvr>
    <a:masterClrMapping/>
  </p:clrMapOvr>
  <mc:AlternateContent xmlns:mc="http://schemas.openxmlformats.org/markup-compatibility/2006" xmlns:p14="http://schemas.microsoft.com/office/powerpoint/2010/main">
    <mc:Choice Requires="p14">
      <p:transition spd="slow" p14:dur="2000" advClick="0" advTm="1600">
        <p:split orient="vert"/>
      </p:transition>
    </mc:Choice>
    <mc:Fallback xmlns="">
      <p:transition spd="slow" advClick="0" advTm="16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عنصر نائب للصورة 3"/>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t="3051" b="3051"/>
          <a:stretch>
            <a:fillRect/>
          </a:stretch>
        </p:blipFill>
        <p:spPr>
          <a:xfrm>
            <a:off x="899592" y="404664"/>
            <a:ext cx="4754880" cy="6324600"/>
          </a:xfrm>
        </p:spPr>
      </p:pic>
      <p:sp>
        <p:nvSpPr>
          <p:cNvPr id="3" name="عنصر نائب للنص 2"/>
          <p:cNvSpPr>
            <a:spLocks noGrp="1"/>
          </p:cNvSpPr>
          <p:nvPr>
            <p:ph type="body" sz="quarter" idx="11"/>
          </p:nvPr>
        </p:nvSpPr>
        <p:spPr/>
        <p:txBody>
          <a:bodyPr>
            <a:normAutofit/>
          </a:bodyPr>
          <a:lstStyle/>
          <a:p>
            <a:r>
              <a:rPr lang="ar-SY" sz="2400" b="1" dirty="0" smtClean="0"/>
              <a:t>التعريف بشركة النويصر</a:t>
            </a:r>
            <a:endParaRPr lang="en-US" sz="2400" b="1" dirty="0"/>
          </a:p>
        </p:txBody>
      </p:sp>
      <p:pic>
        <p:nvPicPr>
          <p:cNvPr id="5" name="صوت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1502150086"/>
      </p:ext>
    </p:extLst>
  </p:cSld>
  <p:clrMapOvr>
    <a:masterClrMapping/>
  </p:clrMapOvr>
  <mc:AlternateContent xmlns:mc="http://schemas.openxmlformats.org/markup-compatibility/2006" xmlns:p14="http://schemas.microsoft.com/office/powerpoint/2010/main">
    <mc:Choice Requires="p14">
      <p:transition spd="slow" p14:dur="2000" advClick="0" advTm="2248">
        <p:split orient="vert"/>
      </p:transition>
    </mc:Choice>
    <mc:Fallback xmlns="">
      <p:transition spd="slow" advClick="0" advTm="2248">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رسم تخطيطي 7"/>
          <p:cNvGraphicFramePr/>
          <p:nvPr/>
        </p:nvGraphicFramePr>
        <p:xfrm>
          <a:off x="1403648" y="1844824"/>
          <a:ext cx="5832648" cy="30243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صوت 8">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606966481"/>
      </p:ext>
    </p:extLst>
  </p:cSld>
  <p:clrMapOvr>
    <a:masterClrMapping/>
  </p:clrMapOvr>
  <mc:AlternateContent xmlns:mc="http://schemas.openxmlformats.org/markup-compatibility/2006" xmlns:p14="http://schemas.microsoft.com/office/powerpoint/2010/main">
    <mc:Choice Requires="p14">
      <p:transition spd="slow" p14:dur="2000" advClick="0" advTm="1796">
        <p:split orient="vert"/>
      </p:transition>
    </mc:Choice>
    <mc:Fallback xmlns="">
      <p:transition spd="slow" advClick="0" advTm="1796">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عنصر نائب للصورة 3"/>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l="21893" r="21893"/>
          <a:stretch>
            <a:fillRect/>
          </a:stretch>
        </p:blipFill>
        <p:spPr>
          <a:effectLst>
            <a:glow rad="292100">
              <a:schemeClr val="bg2">
                <a:lumMod val="50000"/>
                <a:alpha val="40000"/>
              </a:schemeClr>
            </a:glow>
            <a:outerShdw blurRad="40000" dist="20000" dir="5400000" rotWithShape="0">
              <a:srgbClr val="000000">
                <a:alpha val="38000"/>
              </a:srgbClr>
            </a:outerShdw>
          </a:effectLst>
          <a:scene3d>
            <a:camera prst="orthographicFront"/>
            <a:lightRig rig="threePt" dir="t"/>
          </a:scene3d>
          <a:sp3d>
            <a:bevelT w="336550" h="431800"/>
            <a:bevelB w="298450"/>
          </a:sp3d>
        </p:spPr>
      </p:pic>
      <p:sp>
        <p:nvSpPr>
          <p:cNvPr id="3" name="عنصر نائب للنص 2"/>
          <p:cNvSpPr>
            <a:spLocks noGrp="1"/>
          </p:cNvSpPr>
          <p:nvPr>
            <p:ph type="body" sz="quarter" idx="15"/>
          </p:nvPr>
        </p:nvSpPr>
        <p:spPr/>
        <p:txBody>
          <a:bodyPr>
            <a:normAutofit/>
          </a:bodyPr>
          <a:lstStyle/>
          <a:p>
            <a:pPr algn="ctr"/>
            <a:r>
              <a:rPr lang="ar-SY" sz="3600" dirty="0" smtClean="0"/>
              <a:t>الحفارة قبل بدء العمل</a:t>
            </a:r>
            <a:endParaRPr lang="en-US" sz="3600" dirty="0"/>
          </a:p>
        </p:txBody>
      </p:sp>
      <p:pic>
        <p:nvPicPr>
          <p:cNvPr id="5" name="صوت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985717001"/>
      </p:ext>
    </p:extLst>
  </p:cSld>
  <p:clrMapOvr>
    <a:masterClrMapping/>
  </p:clrMapOvr>
  <mc:AlternateContent xmlns:mc="http://schemas.openxmlformats.org/markup-compatibility/2006" xmlns:p14="http://schemas.microsoft.com/office/powerpoint/2010/main">
    <mc:Choice Requires="p14">
      <p:transition spd="slow" p14:dur="2000" advClick="0" advTm="250">
        <p:split orient="vert"/>
      </p:transition>
    </mc:Choice>
    <mc:Fallback xmlns="">
      <p:transition spd="slow" advClick="0" advTm="25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عنصر نائب للصورة 3"/>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l="21893" r="21893"/>
          <a:stretch>
            <a:fillRect/>
          </a:stretch>
        </p:blipFill>
        <p:spPr>
          <a:effectLst>
            <a:glow rad="190500">
              <a:schemeClr val="bg2">
                <a:lumMod val="50000"/>
              </a:schemeClr>
            </a:glow>
            <a:outerShdw blurRad="40000" dist="20000" dir="5400000" rotWithShape="0">
              <a:srgbClr val="000000">
                <a:alpha val="38000"/>
              </a:srgbClr>
            </a:outerShdw>
          </a:effectLst>
          <a:scene3d>
            <a:camera prst="orthographicFront"/>
            <a:lightRig rig="threePt" dir="t"/>
          </a:scene3d>
          <a:sp3d>
            <a:bevelT w="330200" h="330200"/>
            <a:bevelB w="330200" h="330200"/>
          </a:sp3d>
        </p:spPr>
      </p:pic>
      <p:sp>
        <p:nvSpPr>
          <p:cNvPr id="3" name="عنصر نائب للنص 2"/>
          <p:cNvSpPr>
            <a:spLocks noGrp="1"/>
          </p:cNvSpPr>
          <p:nvPr>
            <p:ph type="body" sz="quarter" idx="15"/>
          </p:nvPr>
        </p:nvSpPr>
        <p:spPr/>
        <p:txBody>
          <a:bodyPr>
            <a:normAutofit/>
          </a:bodyPr>
          <a:lstStyle/>
          <a:p>
            <a:pPr algn="ctr"/>
            <a:r>
              <a:rPr lang="ar-SY" sz="3200" b="1" dirty="0" smtClean="0"/>
              <a:t>تجهيز حفرة نواتج الحفر</a:t>
            </a:r>
            <a:endParaRPr lang="en-US" sz="3200" b="1" dirty="0"/>
          </a:p>
        </p:txBody>
      </p:sp>
      <p:pic>
        <p:nvPicPr>
          <p:cNvPr id="5" name="صوت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3543290964"/>
      </p:ext>
    </p:extLst>
  </p:cSld>
  <p:clrMapOvr>
    <a:masterClrMapping/>
  </p:clrMapOvr>
  <mc:AlternateContent xmlns:mc="http://schemas.openxmlformats.org/markup-compatibility/2006" xmlns:p14="http://schemas.microsoft.com/office/powerpoint/2010/main">
    <mc:Choice Requires="p14">
      <p:transition spd="slow" p14:dur="2000" advClick="0" advTm="223">
        <p:split orient="vert"/>
      </p:transition>
    </mc:Choice>
    <mc:Fallback xmlns="">
      <p:transition spd="slow" advClick="0" advTm="223">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عنصر نائب للصورة 3"/>
          <p:cNvPicPr>
            <a:picLocks noGrp="1" noChangeAspect="1"/>
          </p:cNvPicPr>
          <p:nvPr>
            <p:ph type="pic" sz="quarter" idx="13"/>
          </p:nvPr>
        </p:nvPicPr>
        <p:blipFill>
          <a:blip r:embed="rId4">
            <a:extLst>
              <a:ext uri="{28A0092B-C50C-407E-A947-70E740481C1C}">
                <a14:useLocalDpi xmlns:a14="http://schemas.microsoft.com/office/drawing/2010/main" val="0"/>
              </a:ext>
            </a:extLst>
          </a:blip>
          <a:stretch>
            <a:fillRect/>
          </a:stretch>
        </p:blipFill>
        <p:spPr>
          <a:xfrm>
            <a:off x="1403648" y="1484784"/>
            <a:ext cx="6144682" cy="3456383"/>
          </a:xfrm>
          <a:effectLst>
            <a:glow rad="190500">
              <a:schemeClr val="bg2">
                <a:lumMod val="50000"/>
              </a:schemeClr>
            </a:glow>
            <a:outerShdw blurRad="40000" dist="20000" dir="5400000" rotWithShape="0">
              <a:srgbClr val="000000">
                <a:alpha val="38000"/>
              </a:srgbClr>
            </a:outerShdw>
          </a:effectLst>
          <a:scene3d>
            <a:camera prst="orthographicFront"/>
            <a:lightRig rig="threePt" dir="t"/>
          </a:scene3d>
          <a:sp3d>
            <a:bevelT w="330200" h="330200"/>
            <a:bevelB w="330200" h="330200"/>
          </a:sp3d>
        </p:spPr>
      </p:pic>
      <p:sp>
        <p:nvSpPr>
          <p:cNvPr id="3" name="عنصر نائب للنص 2"/>
          <p:cNvSpPr>
            <a:spLocks noGrp="1"/>
          </p:cNvSpPr>
          <p:nvPr>
            <p:ph type="body" sz="quarter" idx="15"/>
          </p:nvPr>
        </p:nvSpPr>
        <p:spPr/>
        <p:txBody>
          <a:bodyPr>
            <a:normAutofit fontScale="77500" lnSpcReduction="20000"/>
          </a:bodyPr>
          <a:lstStyle/>
          <a:p>
            <a:pPr algn="ctr"/>
            <a:r>
              <a:rPr lang="ar-SY" sz="3200" b="1" dirty="0" smtClean="0"/>
              <a:t>غرفة متنقلة لجهاز الإشراف والعاملين على المشروع</a:t>
            </a:r>
            <a:endParaRPr lang="en-US" sz="3200" b="1" dirty="0"/>
          </a:p>
        </p:txBody>
      </p:sp>
      <p:pic>
        <p:nvPicPr>
          <p:cNvPr id="5" name="صوت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4293500975"/>
      </p:ext>
    </p:extLst>
  </p:cSld>
  <p:clrMapOvr>
    <a:masterClrMapping/>
  </p:clrMapOvr>
  <mc:AlternateContent xmlns:mc="http://schemas.openxmlformats.org/markup-compatibility/2006" xmlns:p14="http://schemas.microsoft.com/office/powerpoint/2010/main">
    <mc:Choice Requires="p14">
      <p:transition spd="slow" p14:dur="2000" advClick="0" advTm="505">
        <p:split orient="vert"/>
      </p:transition>
    </mc:Choice>
    <mc:Fallback xmlns="">
      <p:transition spd="slow" advClick="0" advTm="505">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عنصر نائب للصورة 3"/>
          <p:cNvPicPr>
            <a:picLocks noGrp="1" noChangeAspect="1"/>
          </p:cNvPicPr>
          <p:nvPr>
            <p:ph type="pic" sz="quarter" idx="13"/>
          </p:nvPr>
        </p:nvPicPr>
        <p:blipFill>
          <a:blip r:embed="rId4">
            <a:extLst>
              <a:ext uri="{28A0092B-C50C-407E-A947-70E740481C1C}">
                <a14:useLocalDpi xmlns:a14="http://schemas.microsoft.com/office/drawing/2010/main" val="0"/>
              </a:ext>
            </a:extLst>
          </a:blip>
          <a:stretch>
            <a:fillRect/>
          </a:stretch>
        </p:blipFill>
        <p:spPr>
          <a:xfrm>
            <a:off x="2743848" y="762000"/>
            <a:ext cx="3652837" cy="4876800"/>
          </a:xfrm>
          <a:effectLst>
            <a:glow rad="190500">
              <a:schemeClr val="bg2">
                <a:lumMod val="50000"/>
              </a:schemeClr>
            </a:glow>
            <a:outerShdw blurRad="40000" dist="20000" dir="5400000" rotWithShape="0">
              <a:srgbClr val="000000">
                <a:alpha val="38000"/>
              </a:srgbClr>
            </a:outerShdw>
          </a:effectLst>
          <a:scene3d>
            <a:camera prst="orthographicFront"/>
            <a:lightRig rig="threePt" dir="t"/>
          </a:scene3d>
          <a:sp3d>
            <a:bevelT w="330200" h="330200"/>
            <a:bevelB w="330200" h="330200"/>
          </a:sp3d>
        </p:spPr>
      </p:pic>
      <p:sp>
        <p:nvSpPr>
          <p:cNvPr id="3" name="عنصر نائب للنص 2"/>
          <p:cNvSpPr>
            <a:spLocks noGrp="1"/>
          </p:cNvSpPr>
          <p:nvPr>
            <p:ph type="body" sz="quarter" idx="15"/>
          </p:nvPr>
        </p:nvSpPr>
        <p:spPr/>
        <p:txBody>
          <a:bodyPr>
            <a:normAutofit/>
          </a:bodyPr>
          <a:lstStyle/>
          <a:p>
            <a:pPr algn="ctr"/>
            <a:r>
              <a:rPr lang="ar-SY" sz="3200" b="1" dirty="0" smtClean="0"/>
              <a:t>قساطل البئر</a:t>
            </a:r>
            <a:endParaRPr lang="en-US" sz="3200" b="1" dirty="0"/>
          </a:p>
        </p:txBody>
      </p:sp>
      <p:pic>
        <p:nvPicPr>
          <p:cNvPr id="2" name="صوت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2212162093"/>
      </p:ext>
    </p:extLst>
  </p:cSld>
  <p:clrMapOvr>
    <a:masterClrMapping/>
  </p:clrMapOvr>
  <mc:AlternateContent xmlns:mc="http://schemas.openxmlformats.org/markup-compatibility/2006" xmlns:p14="http://schemas.microsoft.com/office/powerpoint/2010/main">
    <mc:Choice Requires="p14">
      <p:transition spd="slow" p14:dur="2000" advClick="0" advTm="1233">
        <p:split orient="vert"/>
      </p:transition>
    </mc:Choice>
    <mc:Fallback xmlns="">
      <p:transition spd="slow" advClick="0" advTm="1233">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عنصر نائب للصورة 3"/>
          <p:cNvPicPr>
            <a:picLocks noGrp="1" noChangeAspect="1"/>
          </p:cNvPicPr>
          <p:nvPr>
            <p:ph type="pic" sz="quarter" idx="4294967295"/>
          </p:nvPr>
        </p:nvPicPr>
        <p:blipFill>
          <a:blip r:embed="rId4" cstate="print">
            <a:extLst>
              <a:ext uri="{28A0092B-C50C-407E-A947-70E740481C1C}">
                <a14:useLocalDpi xmlns:a14="http://schemas.microsoft.com/office/drawing/2010/main" val="0"/>
              </a:ext>
            </a:extLst>
          </a:blip>
          <a:srcRect t="65" b="65"/>
          <a:stretch>
            <a:fillRect/>
          </a:stretch>
        </p:blipFill>
        <p:spPr>
          <a:xfrm>
            <a:off x="179512" y="548680"/>
            <a:ext cx="2590800" cy="3454400"/>
          </a:xfrm>
          <a:effectLst>
            <a:glow rad="190500">
              <a:schemeClr val="bg2">
                <a:lumMod val="50000"/>
              </a:schemeClr>
            </a:glow>
            <a:outerShdw blurRad="40000" dist="20000" dir="5400000" rotWithShape="0">
              <a:srgbClr val="000000">
                <a:alpha val="38000"/>
              </a:srgbClr>
            </a:outerShdw>
          </a:effectLst>
          <a:scene3d>
            <a:camera prst="orthographicFront"/>
            <a:lightRig rig="threePt" dir="t"/>
          </a:scene3d>
          <a:sp3d>
            <a:bevelT w="330200" h="330200"/>
            <a:bevelB w="330200" h="330200"/>
          </a:sp3d>
        </p:spPr>
      </p:pic>
      <p:sp>
        <p:nvSpPr>
          <p:cNvPr id="6" name="عنصر نائب للنص 5"/>
          <p:cNvSpPr>
            <a:spLocks noGrp="1"/>
          </p:cNvSpPr>
          <p:nvPr>
            <p:ph type="body" sz="quarter" idx="4294967295"/>
          </p:nvPr>
        </p:nvSpPr>
        <p:spPr>
          <a:xfrm>
            <a:off x="1331640" y="4509120"/>
            <a:ext cx="4932040" cy="1676400"/>
          </a:xfrm>
        </p:spPr>
        <p:txBody>
          <a:bodyPr/>
          <a:lstStyle/>
          <a:p>
            <a:r>
              <a:rPr lang="ar-SY" sz="4000" b="1" dirty="0" smtClean="0"/>
              <a:t>الحفارة أثناء العمل</a:t>
            </a:r>
            <a:endParaRPr lang="en-US" sz="4000" b="1" dirty="0"/>
          </a:p>
        </p:txBody>
      </p:sp>
      <p:pic>
        <p:nvPicPr>
          <p:cNvPr id="10" name="عنصر نائب للصورة 9"/>
          <p:cNvPicPr>
            <a:picLocks noGrp="1" noChangeAspect="1"/>
          </p:cNvPicPr>
          <p:nvPr>
            <p:ph type="pic" sz="quarter" idx="4294967295"/>
          </p:nvPr>
        </p:nvPicPr>
        <p:blipFill>
          <a:blip r:embed="rId5" cstate="print">
            <a:extLst>
              <a:ext uri="{28A0092B-C50C-407E-A947-70E740481C1C}">
                <a14:useLocalDpi xmlns:a14="http://schemas.microsoft.com/office/drawing/2010/main" val="0"/>
              </a:ext>
            </a:extLst>
          </a:blip>
          <a:srcRect t="65" b="65"/>
          <a:stretch>
            <a:fillRect/>
          </a:stretch>
        </p:blipFill>
        <p:spPr>
          <a:xfrm>
            <a:off x="2987824" y="548680"/>
            <a:ext cx="2590800" cy="3454400"/>
          </a:xfrm>
          <a:effectLst>
            <a:glow rad="190500">
              <a:schemeClr val="bg2">
                <a:lumMod val="50000"/>
              </a:schemeClr>
            </a:glow>
            <a:outerShdw blurRad="40000" dist="20000" dir="5400000" rotWithShape="0">
              <a:srgbClr val="000000">
                <a:alpha val="38000"/>
              </a:srgbClr>
            </a:outerShdw>
          </a:effectLst>
          <a:scene3d>
            <a:camera prst="orthographicFront"/>
            <a:lightRig rig="threePt" dir="t"/>
          </a:scene3d>
          <a:sp3d>
            <a:bevelT w="457200" h="457200"/>
            <a:bevelB w="457200" h="457200"/>
          </a:sp3d>
        </p:spPr>
      </p:pic>
      <p:pic>
        <p:nvPicPr>
          <p:cNvPr id="11" name="عنصر نائب للصورة 10"/>
          <p:cNvPicPr>
            <a:picLocks noGrp="1" noChangeAspect="1"/>
          </p:cNvPicPr>
          <p:nvPr>
            <p:ph type="pic" sz="quarter" idx="4294967295"/>
          </p:nvPr>
        </p:nvPicPr>
        <p:blipFill>
          <a:blip r:embed="rId6" cstate="print">
            <a:extLst>
              <a:ext uri="{28A0092B-C50C-407E-A947-70E740481C1C}">
                <a14:useLocalDpi xmlns:a14="http://schemas.microsoft.com/office/drawing/2010/main" val="0"/>
              </a:ext>
            </a:extLst>
          </a:blip>
          <a:srcRect t="65" b="65"/>
          <a:stretch>
            <a:fillRect/>
          </a:stretch>
        </p:blipFill>
        <p:spPr>
          <a:xfrm>
            <a:off x="5796136" y="548680"/>
            <a:ext cx="2590800" cy="3454400"/>
          </a:xfrm>
          <a:effectLst>
            <a:glow rad="190500">
              <a:schemeClr val="bg2">
                <a:lumMod val="50000"/>
              </a:schemeClr>
            </a:glow>
            <a:outerShdw blurRad="40000" dist="20000" dir="5400000" rotWithShape="0">
              <a:srgbClr val="000000">
                <a:alpha val="38000"/>
              </a:srgbClr>
            </a:outerShdw>
          </a:effectLst>
          <a:scene3d>
            <a:camera prst="orthographicFront"/>
            <a:lightRig rig="threePt" dir="t"/>
          </a:scene3d>
          <a:sp3d>
            <a:bevelT w="457200" h="457200"/>
            <a:bevelB w="457200" h="457200"/>
          </a:sp3d>
        </p:spPr>
      </p:pic>
      <p:pic>
        <p:nvPicPr>
          <p:cNvPr id="15" name="صوت 1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2400303722"/>
      </p:ext>
    </p:extLst>
  </p:cSld>
  <p:clrMapOvr>
    <a:masterClrMapping/>
  </p:clrMapOvr>
  <mc:AlternateContent xmlns:mc="http://schemas.openxmlformats.org/markup-compatibility/2006" xmlns:p14="http://schemas.microsoft.com/office/powerpoint/2010/main">
    <mc:Choice Requires="p14">
      <p:transition spd="slow" p14:dur="2000" advClick="0" advTm="1730">
        <p:split orient="vert"/>
      </p:transition>
    </mc:Choice>
    <mc:Fallback xmlns="">
      <p:transition spd="slow" advClick="0" advTm="173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عنصر نائب للصورة 3"/>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t="12524" b="12524"/>
          <a:stretch>
            <a:fillRect/>
          </a:stretch>
        </p:blipFill>
        <p:spPr>
          <a:effectLst>
            <a:glow rad="190500">
              <a:schemeClr val="bg2">
                <a:lumMod val="50000"/>
              </a:schemeClr>
            </a:glow>
            <a:outerShdw blurRad="40000" dist="20000" dir="5400000" rotWithShape="0">
              <a:srgbClr val="000000">
                <a:alpha val="38000"/>
              </a:srgbClr>
            </a:outerShdw>
          </a:effectLst>
          <a:scene3d>
            <a:camera prst="orthographicFront"/>
            <a:lightRig rig="threePt" dir="t"/>
          </a:scene3d>
          <a:sp3d>
            <a:bevelT w="444500" h="444500"/>
            <a:bevelB w="444500" h="444500"/>
          </a:sp3d>
        </p:spPr>
      </p:pic>
      <p:sp>
        <p:nvSpPr>
          <p:cNvPr id="3" name="عنصر نائب للنص 2"/>
          <p:cNvSpPr>
            <a:spLocks noGrp="1"/>
          </p:cNvSpPr>
          <p:nvPr>
            <p:ph type="body" sz="quarter" idx="15"/>
          </p:nvPr>
        </p:nvSpPr>
        <p:spPr/>
        <p:txBody>
          <a:bodyPr>
            <a:normAutofit/>
          </a:bodyPr>
          <a:lstStyle/>
          <a:p>
            <a:pPr algn="ctr"/>
            <a:r>
              <a:rPr lang="ar-SY" sz="3600" dirty="0" smtClean="0"/>
              <a:t>حفرة تجميع نواتج الحفر</a:t>
            </a:r>
            <a:endParaRPr lang="en-US" sz="3600" dirty="0"/>
          </a:p>
        </p:txBody>
      </p:sp>
      <p:pic>
        <p:nvPicPr>
          <p:cNvPr id="5" name="صوت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2461920938"/>
      </p:ext>
    </p:extLst>
  </p:cSld>
  <p:clrMapOvr>
    <a:masterClrMapping/>
  </p:clrMapOvr>
  <mc:AlternateContent xmlns:mc="http://schemas.openxmlformats.org/markup-compatibility/2006" xmlns:p14="http://schemas.microsoft.com/office/powerpoint/2010/main">
    <mc:Choice Requires="p14">
      <p:transition spd="slow" p14:dur="2000" advClick="0" advTm="1727">
        <p:split orient="vert"/>
      </p:transition>
    </mc:Choice>
    <mc:Fallback xmlns="">
      <p:transition spd="slow" advClick="0" advTm="1727">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عنصر نائب للصورة 3"/>
          <p:cNvPicPr>
            <a:picLocks noGrp="1" noChangeAspect="1"/>
          </p:cNvPicPr>
          <p:nvPr>
            <p:ph type="pic" sz="quarter" idx="10"/>
          </p:nvPr>
        </p:nvPicPr>
        <p:blipFill>
          <a:blip r:embed="rId4">
            <a:extLst>
              <a:ext uri="{28A0092B-C50C-407E-A947-70E740481C1C}">
                <a14:useLocalDpi xmlns:a14="http://schemas.microsoft.com/office/drawing/2010/main" val="0"/>
              </a:ext>
            </a:extLst>
          </a:blip>
          <a:stretch>
            <a:fillRect/>
          </a:stretch>
        </p:blipFill>
        <p:spPr>
          <a:xfrm>
            <a:off x="2169672" y="218390"/>
            <a:ext cx="4195055" cy="5600700"/>
          </a:xfrm>
          <a:effectLst>
            <a:glow rad="190500">
              <a:schemeClr val="bg2">
                <a:lumMod val="50000"/>
              </a:schemeClr>
            </a:glow>
            <a:outerShdw blurRad="40000" dist="20000" dir="5400000" rotWithShape="0">
              <a:srgbClr val="000000">
                <a:alpha val="38000"/>
              </a:srgbClr>
            </a:outerShdw>
          </a:effectLst>
          <a:scene3d>
            <a:camera prst="orthographicFront"/>
            <a:lightRig rig="threePt" dir="t"/>
          </a:scene3d>
          <a:sp3d>
            <a:bevelT w="444500" h="444500"/>
            <a:bevelB w="444500" h="444500"/>
          </a:sp3d>
        </p:spPr>
      </p:pic>
      <p:sp>
        <p:nvSpPr>
          <p:cNvPr id="3" name="عنصر نائب للنص 2"/>
          <p:cNvSpPr>
            <a:spLocks noGrp="1"/>
          </p:cNvSpPr>
          <p:nvPr>
            <p:ph type="body" sz="quarter" idx="11"/>
          </p:nvPr>
        </p:nvSpPr>
        <p:spPr/>
        <p:txBody>
          <a:bodyPr>
            <a:normAutofit/>
          </a:bodyPr>
          <a:lstStyle/>
          <a:p>
            <a:pPr algn="ctr"/>
            <a:r>
              <a:rPr lang="ar-SY" sz="3600" dirty="0" smtClean="0"/>
              <a:t>تركيب قساطل البئر</a:t>
            </a:r>
            <a:endParaRPr lang="en-US" sz="3600" dirty="0"/>
          </a:p>
        </p:txBody>
      </p:sp>
      <p:pic>
        <p:nvPicPr>
          <p:cNvPr id="5" name="صوت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355165705"/>
      </p:ext>
    </p:extLst>
  </p:cSld>
  <p:clrMapOvr>
    <a:masterClrMapping/>
  </p:clrMapOvr>
  <mc:AlternateContent xmlns:mc="http://schemas.openxmlformats.org/markup-compatibility/2006" xmlns:p14="http://schemas.microsoft.com/office/powerpoint/2010/main">
    <mc:Choice Requires="p14">
      <p:transition spd="slow" p14:dur="2000" advClick="0" advTm="1357">
        <p:split orient="vert"/>
      </p:transition>
    </mc:Choice>
    <mc:Fallback xmlns="">
      <p:transition spd="slow" advClick="0" advTm="1357">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عنصر نائب للصورة 3"/>
          <p:cNvPicPr>
            <a:picLocks noGrp="1" noChangeAspect="1"/>
          </p:cNvPicPr>
          <p:nvPr>
            <p:ph type="pic" sz="quarter" idx="10"/>
          </p:nvPr>
        </p:nvPicPr>
        <p:blipFill>
          <a:blip r:embed="rId4">
            <a:extLst>
              <a:ext uri="{28A0092B-C50C-407E-A947-70E740481C1C}">
                <a14:useLocalDpi xmlns:a14="http://schemas.microsoft.com/office/drawing/2010/main" val="0"/>
              </a:ext>
            </a:extLst>
          </a:blip>
          <a:stretch>
            <a:fillRect/>
          </a:stretch>
        </p:blipFill>
        <p:spPr>
          <a:xfrm>
            <a:off x="2169672" y="218390"/>
            <a:ext cx="4195055" cy="5600700"/>
          </a:xfrm>
          <a:effectLst>
            <a:glow rad="190500">
              <a:schemeClr val="bg2">
                <a:lumMod val="50000"/>
              </a:schemeClr>
            </a:glow>
            <a:outerShdw blurRad="40000" dist="20000" dir="5400000" rotWithShape="0">
              <a:srgbClr val="000000">
                <a:alpha val="38000"/>
              </a:srgbClr>
            </a:outerShdw>
          </a:effectLst>
          <a:scene3d>
            <a:camera prst="orthographicFront"/>
            <a:lightRig rig="threePt" dir="t"/>
          </a:scene3d>
          <a:sp3d>
            <a:bevelT w="444500" h="444500"/>
            <a:bevelB w="444500" h="444500"/>
          </a:sp3d>
        </p:spPr>
      </p:pic>
      <p:sp>
        <p:nvSpPr>
          <p:cNvPr id="3" name="عنصر نائب للنص 2"/>
          <p:cNvSpPr>
            <a:spLocks noGrp="1"/>
          </p:cNvSpPr>
          <p:nvPr>
            <p:ph type="body" sz="quarter" idx="11"/>
          </p:nvPr>
        </p:nvSpPr>
        <p:spPr/>
        <p:txBody>
          <a:bodyPr>
            <a:normAutofit/>
          </a:bodyPr>
          <a:lstStyle/>
          <a:p>
            <a:pPr algn="ctr"/>
            <a:r>
              <a:rPr lang="ar-SY" sz="3600" dirty="0" smtClean="0"/>
              <a:t>الحفارة أثناء تركيب القساطل</a:t>
            </a:r>
            <a:endParaRPr lang="en-US" sz="3600" dirty="0"/>
          </a:p>
        </p:txBody>
      </p:sp>
      <p:pic>
        <p:nvPicPr>
          <p:cNvPr id="2" name="صوت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1635225531"/>
      </p:ext>
    </p:extLst>
  </p:cSld>
  <p:clrMapOvr>
    <a:masterClrMapping/>
  </p:clrMapOvr>
  <mc:AlternateContent xmlns:mc="http://schemas.openxmlformats.org/markup-compatibility/2006" xmlns:p14="http://schemas.microsoft.com/office/powerpoint/2010/main">
    <mc:Choice Requires="p14">
      <p:transition spd="slow" p14:dur="2000" advClick="0" advTm="244">
        <p:split orient="vert"/>
      </p:transition>
    </mc:Choice>
    <mc:Fallback xmlns="">
      <p:transition spd="slow" advClick="0" advTm="244">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عنصر نائب للصورة 3"/>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t="21912" b="21912"/>
          <a:stretch>
            <a:fillRect/>
          </a:stretch>
        </p:blipFill>
        <p:spPr>
          <a:effectLst>
            <a:glow rad="190500">
              <a:schemeClr val="bg2">
                <a:lumMod val="50000"/>
              </a:schemeClr>
            </a:glow>
            <a:outerShdw blurRad="40000" dist="20000" dir="5400000" rotWithShape="0">
              <a:srgbClr val="000000">
                <a:alpha val="38000"/>
              </a:srgbClr>
            </a:outerShdw>
          </a:effectLst>
          <a:scene3d>
            <a:camera prst="orthographicFront"/>
            <a:lightRig rig="threePt" dir="t"/>
          </a:scene3d>
          <a:sp3d>
            <a:bevelT w="444500" h="444500"/>
            <a:bevelB w="444500" h="444500"/>
          </a:sp3d>
        </p:spPr>
      </p:pic>
      <p:sp>
        <p:nvSpPr>
          <p:cNvPr id="3" name="عنصر نائب للنص 2"/>
          <p:cNvSpPr>
            <a:spLocks noGrp="1"/>
          </p:cNvSpPr>
          <p:nvPr>
            <p:ph type="body" sz="quarter" idx="11"/>
          </p:nvPr>
        </p:nvSpPr>
        <p:spPr/>
        <p:txBody>
          <a:bodyPr>
            <a:normAutofit/>
          </a:bodyPr>
          <a:lstStyle/>
          <a:p>
            <a:pPr algn="ctr"/>
            <a:r>
              <a:rPr lang="ar-SY" sz="3600" dirty="0" smtClean="0"/>
              <a:t>المضخة قبل بدء الضخ</a:t>
            </a:r>
            <a:endParaRPr lang="en-US" sz="3600" dirty="0"/>
          </a:p>
        </p:txBody>
      </p:sp>
      <p:pic>
        <p:nvPicPr>
          <p:cNvPr id="2" name="صوت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3187550767"/>
      </p:ext>
    </p:extLst>
  </p:cSld>
  <p:clrMapOvr>
    <a:masterClrMapping/>
  </p:clrMapOvr>
  <mc:AlternateContent xmlns:mc="http://schemas.openxmlformats.org/markup-compatibility/2006" xmlns:p14="http://schemas.microsoft.com/office/powerpoint/2010/main">
    <mc:Choice Requires="p14">
      <p:transition spd="slow" p14:dur="2000" advClick="0" advTm="791">
        <p:split orient="vert"/>
      </p:transition>
    </mc:Choice>
    <mc:Fallback xmlns="">
      <p:transition spd="slow" advClick="0" advTm="791">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عنصر نائب للصورة 3"/>
          <p:cNvPicPr>
            <a:picLocks noGrp="1" noChangeAspect="1"/>
          </p:cNvPicPr>
          <p:nvPr>
            <p:ph type="pic" sz="quarter" idx="10"/>
          </p:nvPr>
        </p:nvPicPr>
        <p:blipFill>
          <a:blip r:embed="rId4">
            <a:extLst>
              <a:ext uri="{28A0092B-C50C-407E-A947-70E740481C1C}">
                <a14:useLocalDpi xmlns:a14="http://schemas.microsoft.com/office/drawing/2010/main" val="0"/>
              </a:ext>
            </a:extLst>
          </a:blip>
          <a:stretch>
            <a:fillRect/>
          </a:stretch>
        </p:blipFill>
        <p:spPr>
          <a:xfrm>
            <a:off x="533400" y="218390"/>
            <a:ext cx="7467600" cy="5600700"/>
          </a:xfrm>
          <a:effectLst>
            <a:glow rad="190500">
              <a:schemeClr val="bg2">
                <a:lumMod val="50000"/>
              </a:schemeClr>
            </a:glow>
            <a:outerShdw blurRad="40000" dist="20000" dir="5400000" rotWithShape="0">
              <a:srgbClr val="000000">
                <a:alpha val="38000"/>
              </a:srgbClr>
            </a:outerShdw>
          </a:effectLst>
          <a:scene3d>
            <a:camera prst="orthographicFront"/>
            <a:lightRig rig="threePt" dir="t"/>
          </a:scene3d>
          <a:sp3d>
            <a:bevelT w="444500" h="444500"/>
            <a:bevelB w="444500" h="444500"/>
          </a:sp3d>
        </p:spPr>
      </p:pic>
      <p:sp>
        <p:nvSpPr>
          <p:cNvPr id="3" name="عنصر نائب للنص 2"/>
          <p:cNvSpPr>
            <a:spLocks noGrp="1"/>
          </p:cNvSpPr>
          <p:nvPr>
            <p:ph type="body" sz="quarter" idx="11"/>
          </p:nvPr>
        </p:nvSpPr>
        <p:spPr/>
        <p:txBody>
          <a:bodyPr>
            <a:normAutofit/>
          </a:bodyPr>
          <a:lstStyle/>
          <a:p>
            <a:pPr algn="ctr"/>
            <a:r>
              <a:rPr lang="ar-SY" sz="3600" dirty="0" smtClean="0"/>
              <a:t>صب رأس البئر</a:t>
            </a:r>
            <a:endParaRPr lang="en-US" sz="3600" dirty="0"/>
          </a:p>
        </p:txBody>
      </p:sp>
      <p:pic>
        <p:nvPicPr>
          <p:cNvPr id="2" name="صوت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3071023886"/>
      </p:ext>
    </p:extLst>
  </p:cSld>
  <p:clrMapOvr>
    <a:masterClrMapping/>
  </p:clrMapOvr>
  <mc:AlternateContent xmlns:mc="http://schemas.openxmlformats.org/markup-compatibility/2006" xmlns:p14="http://schemas.microsoft.com/office/powerpoint/2010/main">
    <mc:Choice Requires="p14">
      <p:transition spd="slow" p14:dur="2000" advClick="0" advTm="885">
        <p:split orient="vert"/>
      </p:transition>
    </mc:Choice>
    <mc:Fallback xmlns="">
      <p:transition spd="slow" advClick="0" advTm="885">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عنصر نائب للصورة 3"/>
          <p:cNvPicPr>
            <a:picLocks noGrp="1" noChangeAspect="1"/>
          </p:cNvPicPr>
          <p:nvPr>
            <p:ph type="pic" sz="quarter" idx="10"/>
          </p:nvPr>
        </p:nvPicPr>
        <p:blipFill>
          <a:blip r:embed="rId4" cstate="print">
            <a:extLst>
              <a:ext uri="{28A0092B-C50C-407E-A947-70E740481C1C}">
                <a14:useLocalDpi xmlns:a14="http://schemas.microsoft.com/office/drawing/2010/main" val="0"/>
              </a:ext>
            </a:extLst>
          </a:blip>
          <a:stretch>
            <a:fillRect/>
          </a:stretch>
        </p:blipFill>
        <p:spPr>
          <a:xfrm>
            <a:off x="179513" y="404664"/>
            <a:ext cx="2567024" cy="3427161"/>
          </a:xfrm>
          <a:effectLst>
            <a:glow rad="190500">
              <a:schemeClr val="bg2">
                <a:lumMod val="50000"/>
              </a:schemeClr>
            </a:glow>
            <a:outerShdw blurRad="40000" dist="20000" dir="5400000" rotWithShape="0">
              <a:srgbClr val="000000">
                <a:alpha val="38000"/>
              </a:srgbClr>
            </a:outerShdw>
          </a:effectLst>
          <a:scene3d>
            <a:camera prst="orthographicFront"/>
            <a:lightRig rig="threePt" dir="t"/>
          </a:scene3d>
          <a:sp3d>
            <a:bevelT w="444500" h="444500"/>
            <a:bevelB w="444500" h="444500"/>
          </a:sp3d>
        </p:spPr>
      </p:pic>
      <p:sp>
        <p:nvSpPr>
          <p:cNvPr id="3" name="عنصر نائب للنص 2"/>
          <p:cNvSpPr>
            <a:spLocks noGrp="1"/>
          </p:cNvSpPr>
          <p:nvPr>
            <p:ph type="body" sz="quarter" idx="11"/>
          </p:nvPr>
        </p:nvSpPr>
        <p:spPr>
          <a:xfrm>
            <a:off x="537536" y="4509120"/>
            <a:ext cx="7467600" cy="762000"/>
          </a:xfrm>
        </p:spPr>
        <p:txBody>
          <a:bodyPr>
            <a:normAutofit/>
          </a:bodyPr>
          <a:lstStyle/>
          <a:p>
            <a:pPr algn="ctr"/>
            <a:r>
              <a:rPr lang="ar-SY" sz="3600" dirty="0" smtClean="0"/>
              <a:t>متابعة جهاز الإشراف للأعمال</a:t>
            </a:r>
            <a:endParaRPr lang="en-US" sz="3600" dirty="0"/>
          </a:p>
        </p:txBody>
      </p:sp>
      <p:pic>
        <p:nvPicPr>
          <p:cNvPr id="10" name="عنصر نائب للصورة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96136" y="404664"/>
            <a:ext cx="2567024" cy="3427161"/>
          </a:xfrm>
          <a:prstGeom prst="rect">
            <a:avLst/>
          </a:prstGeom>
          <a:solidFill>
            <a:schemeClr val="bg1"/>
          </a:solidFill>
          <a:ln w="34925" cap="rnd" cmpd="sng" algn="ctr">
            <a:noFill/>
            <a:prstDash val="solid"/>
          </a:ln>
          <a:effectLst>
            <a:glow rad="190500">
              <a:schemeClr val="bg2">
                <a:lumMod val="50000"/>
              </a:schemeClr>
            </a:glow>
            <a:outerShdw blurRad="40000" dist="20000" dir="5400000" rotWithShape="0">
              <a:srgbClr val="000000">
                <a:alpha val="38000"/>
              </a:srgbClr>
            </a:outerShdw>
          </a:effectLst>
          <a:scene3d>
            <a:camera prst="orthographicFront"/>
            <a:lightRig rig="threePt" dir="t"/>
          </a:scene3d>
          <a:sp3d>
            <a:bevelT w="444500" h="444500"/>
            <a:bevelB w="444500" h="444500"/>
          </a:sp3d>
        </p:spPr>
      </p:pic>
      <p:pic>
        <p:nvPicPr>
          <p:cNvPr id="11" name="عنصر نائب للصورة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87824" y="406672"/>
            <a:ext cx="2567024" cy="3427161"/>
          </a:xfrm>
          <a:prstGeom prst="rect">
            <a:avLst/>
          </a:prstGeom>
          <a:solidFill>
            <a:schemeClr val="bg1"/>
          </a:solidFill>
          <a:ln w="34925" cap="rnd" cmpd="sng" algn="ctr">
            <a:noFill/>
            <a:prstDash val="solid"/>
          </a:ln>
          <a:effectLst>
            <a:glow rad="190500">
              <a:schemeClr val="bg2">
                <a:lumMod val="50000"/>
              </a:schemeClr>
            </a:glow>
            <a:outerShdw blurRad="40000" dist="20000" dir="5400000" rotWithShape="0">
              <a:srgbClr val="000000">
                <a:alpha val="38000"/>
              </a:srgbClr>
            </a:outerShdw>
          </a:effectLst>
          <a:scene3d>
            <a:camera prst="orthographicFront"/>
            <a:lightRig rig="threePt" dir="t"/>
          </a:scene3d>
          <a:sp3d>
            <a:bevelT w="444500" h="444500"/>
            <a:bevelB w="444500" h="444500"/>
          </a:sp3d>
        </p:spPr>
      </p:pic>
      <p:pic>
        <p:nvPicPr>
          <p:cNvPr id="12" name="صوت 1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1933859101"/>
      </p:ext>
    </p:extLst>
  </p:cSld>
  <p:clrMapOvr>
    <a:masterClrMapping/>
  </p:clrMapOvr>
  <mc:AlternateContent xmlns:mc="http://schemas.openxmlformats.org/markup-compatibility/2006" xmlns:p14="http://schemas.microsoft.com/office/powerpoint/2010/main">
    <mc:Choice Requires="p14">
      <p:transition spd="slow" p14:dur="2000" advClick="0" advTm="10684">
        <p:split orient="vert"/>
      </p:transition>
    </mc:Choice>
    <mc:Fallback xmlns="">
      <p:transition spd="slow" advClick="0" advTm="10684">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mporaryPhotoAlbu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TotalTime>
  <Words>247</Words>
  <Application>Microsoft Office PowerPoint</Application>
  <PresentationFormat>عرض على الشاشة (3:4)‏</PresentationFormat>
  <Paragraphs>29</Paragraphs>
  <Slides>16</Slides>
  <Notes>0</Notes>
  <HiddenSlides>0</HiddenSlides>
  <MMClips>16</MMClips>
  <ScaleCrop>false</ScaleCrop>
  <HeadingPairs>
    <vt:vector size="4" baseType="variant">
      <vt:variant>
        <vt:lpstr>نسق</vt:lpstr>
      </vt:variant>
      <vt:variant>
        <vt:i4>2</vt:i4>
      </vt:variant>
      <vt:variant>
        <vt:lpstr>عناوين الشرائح</vt:lpstr>
      </vt:variant>
      <vt:variant>
        <vt:i4>16</vt:i4>
      </vt:variant>
    </vt:vector>
  </HeadingPairs>
  <TitlesOfParts>
    <vt:vector size="18" baseType="lpstr">
      <vt:lpstr>نسق Office</vt:lpstr>
      <vt:lpstr>ContemporaryPhotoAlbum</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Ahmed-Under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User1</dc:creator>
  <cp:lastModifiedBy>User1</cp:lastModifiedBy>
  <cp:revision>15</cp:revision>
  <dcterms:created xsi:type="dcterms:W3CDTF">2018-01-03T07:23:37Z</dcterms:created>
  <dcterms:modified xsi:type="dcterms:W3CDTF">2018-01-03T09:57:57Z</dcterms:modified>
</cp:coreProperties>
</file>